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57" r:id="rId2"/>
    <p:sldId id="279" r:id="rId3"/>
    <p:sldId id="280" r:id="rId4"/>
    <p:sldId id="281" r:id="rId5"/>
    <p:sldId id="289" r:id="rId6"/>
    <p:sldId id="282" r:id="rId7"/>
    <p:sldId id="283" r:id="rId8"/>
    <p:sldId id="284" r:id="rId9"/>
    <p:sldId id="286" r:id="rId10"/>
    <p:sldId id="287" r:id="rId11"/>
    <p:sldId id="288" r:id="rId12"/>
    <p:sldId id="256" r:id="rId1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000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Stile chiaro 3 - Colore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Stile chiaro 3 - Colore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ABFCF23-3B69-468F-B69F-88F6DE6A72F2}" styleName="Stile medio 1 - Colore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Stile medio 1 - Color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Stile medio 1 - Colore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08" autoAdjust="0"/>
    <p:restoredTop sz="86790" autoAdjust="0"/>
  </p:normalViewPr>
  <p:slideViewPr>
    <p:cSldViewPr snapToGrid="0" showGuides="1">
      <p:cViewPr varScale="1">
        <p:scale>
          <a:sx n="71" d="100"/>
          <a:sy n="71" d="100"/>
        </p:scale>
        <p:origin x="1056" y="62"/>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3822"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B17132-047A-4C30-97AD-7733762F554B}" type="datetimeFigureOut">
              <a:rPr lang="it-IT" smtClean="0"/>
              <a:t>22/06/2026</a:t>
            </a:fld>
            <a:endParaRPr lang="it-IT"/>
          </a:p>
        </p:txBody>
      </p:sp>
      <p:sp>
        <p:nvSpPr>
          <p:cNvPr id="4" name="Segnaposto piè di pa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F6B536-9FA3-4940-8C9D-ED9264FA1E78}" type="slidenum">
              <a:rPr lang="it-IT" smtClean="0"/>
              <a:t>‹N›</a:t>
            </a:fld>
            <a:endParaRPr lang="it-IT"/>
          </a:p>
        </p:txBody>
      </p:sp>
    </p:spTree>
    <p:extLst>
      <p:ext uri="{BB962C8B-B14F-4D97-AF65-F5344CB8AC3E}">
        <p14:creationId xmlns:p14="http://schemas.microsoft.com/office/powerpoint/2010/main" val="23326446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BDE886-1573-40AC-9E09-050F9AC625A5}" type="datetimeFigureOut">
              <a:rPr lang="it-IT" smtClean="0"/>
              <a:t>22/06/2026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4491ED-56D3-4375-977F-FA3F9F1C0D19}" type="slidenum">
              <a:rPr lang="it-IT" smtClean="0"/>
              <a:t>‹N›</a:t>
            </a:fld>
            <a:endParaRPr lang="it-IT"/>
          </a:p>
        </p:txBody>
      </p:sp>
    </p:spTree>
    <p:extLst>
      <p:ext uri="{BB962C8B-B14F-4D97-AF65-F5344CB8AC3E}">
        <p14:creationId xmlns:p14="http://schemas.microsoft.com/office/powerpoint/2010/main" val="190915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u="sng" dirty="0"/>
          </a:p>
        </p:txBody>
      </p:sp>
      <p:sp>
        <p:nvSpPr>
          <p:cNvPr id="4" name="Segnaposto numero diapositiva 3"/>
          <p:cNvSpPr>
            <a:spLocks noGrp="1"/>
          </p:cNvSpPr>
          <p:nvPr>
            <p:ph type="sldNum" sz="quarter" idx="5"/>
          </p:nvPr>
        </p:nvSpPr>
        <p:spPr/>
        <p:txBody>
          <a:bodyPr/>
          <a:lstStyle/>
          <a:p>
            <a:fld id="{1A4491ED-56D3-4375-977F-FA3F9F1C0D19}" type="slidenum">
              <a:rPr lang="it-IT" smtClean="0"/>
              <a:t>1</a:t>
            </a:fld>
            <a:endParaRPr lang="it-IT"/>
          </a:p>
        </p:txBody>
      </p:sp>
    </p:spTree>
    <p:extLst>
      <p:ext uri="{BB962C8B-B14F-4D97-AF65-F5344CB8AC3E}">
        <p14:creationId xmlns:p14="http://schemas.microsoft.com/office/powerpoint/2010/main" val="1022653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Quando</a:t>
            </a:r>
            <a:r>
              <a:rPr lang="it-IT" baseline="0" dirty="0"/>
              <a:t> viene inserita un’immagine, può essere inserito un testo alternativo che consenta ad una sintesi vocale di leggerla, procedendo in questo modo: cliccare con tasto destro sul campo in cui è inserita l’immagine, dal menu selezionare «Formato immagine», si apre il menu a destra e si clicca sull’icona «Dimensioni e Proprietà», si seleziona «Testo Alternativo» e si inserisce la descrizione dell’immagine, come da esempio.</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baseline="0" dirty="0"/>
              <a:t>Per immagini puramente decorative è possibile utilizzare la funzione «Testo Alternativo» specificando nella casella di testo: «Immagine decorativa». Non inserire mai testo all’interno delle immagini.</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baseline="0" dirty="0"/>
              <a:t>Per Mac: per inserire testo alternativo cliccare con tasto destro sull’immagine, nel menu selezionare «Testo Alternativo», si apre una finestra dove è possibile inserire il testo alternativo.</a:t>
            </a:r>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endParaRPr lang="it-IT" dirty="0"/>
          </a:p>
        </p:txBody>
      </p:sp>
      <p:sp>
        <p:nvSpPr>
          <p:cNvPr id="4" name="Segnaposto numero diapositiva 3"/>
          <p:cNvSpPr>
            <a:spLocks noGrp="1"/>
          </p:cNvSpPr>
          <p:nvPr>
            <p:ph type="sldNum" sz="quarter" idx="10"/>
          </p:nvPr>
        </p:nvSpPr>
        <p:spPr/>
        <p:txBody>
          <a:bodyPr/>
          <a:lstStyle/>
          <a:p>
            <a:fld id="{1A4491ED-56D3-4375-977F-FA3F9F1C0D19}" type="slidenum">
              <a:rPr lang="it-IT" smtClean="0"/>
              <a:t>2</a:t>
            </a:fld>
            <a:endParaRPr lang="it-IT"/>
          </a:p>
        </p:txBody>
      </p:sp>
    </p:spTree>
    <p:extLst>
      <p:ext uri="{BB962C8B-B14F-4D97-AF65-F5344CB8AC3E}">
        <p14:creationId xmlns:p14="http://schemas.microsoft.com/office/powerpoint/2010/main" val="2311166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81AAD-7B1F-371F-5A19-6201B19053D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0C1044B-06CE-A289-A7C7-2D7A8E83B093}"/>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DEFFF1C2-BBEF-712C-7A2D-762EFC4F23B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Quando</a:t>
            </a:r>
            <a:r>
              <a:rPr lang="it-IT" baseline="0" dirty="0"/>
              <a:t> viene inserita un’immagine, può essere inserito un testo alternativo che consenta ad una sintesi vocale di leggerla, procedendo in questo modo: cliccare con tasto destro sul campo in cui è inserita l’immagine, dal menu selezionare «Formato immagine», si apre il menu a destra e si clicca sull’icona «Dimensioni e Proprietà», si seleziona «Testo Alternativo» e si inserisce la descrizione dell’immagine, come da esempio.</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baseline="0" dirty="0"/>
              <a:t>Per immagini puramente decorative è possibile utilizzare la funzione «Testo Alternativo» specificando nella casella di testo: «Immagine decorativa». Non inserire mai testo all’interno delle immagini.</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baseline="0" dirty="0"/>
              <a:t>Per Mac: per inserire testo alternativo cliccare con tasto destro sull’immagine, nel menu selezionare «Testo Alternativo», si apre una finestra dove è possibile inserire il testo alternativo.</a:t>
            </a:r>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endParaRPr lang="it-IT" dirty="0"/>
          </a:p>
        </p:txBody>
      </p:sp>
      <p:sp>
        <p:nvSpPr>
          <p:cNvPr id="4" name="Segnaposto numero diapositiva 3">
            <a:extLst>
              <a:ext uri="{FF2B5EF4-FFF2-40B4-BE49-F238E27FC236}">
                <a16:creationId xmlns:a16="http://schemas.microsoft.com/office/drawing/2014/main" id="{497E26F0-10EE-C2F4-6CAA-07D0053BC255}"/>
              </a:ext>
            </a:extLst>
          </p:cNvPr>
          <p:cNvSpPr>
            <a:spLocks noGrp="1"/>
          </p:cNvSpPr>
          <p:nvPr>
            <p:ph type="sldNum" sz="quarter" idx="10"/>
          </p:nvPr>
        </p:nvSpPr>
        <p:spPr/>
        <p:txBody>
          <a:bodyPr/>
          <a:lstStyle/>
          <a:p>
            <a:fld id="{1A4491ED-56D3-4375-977F-FA3F9F1C0D19}" type="slidenum">
              <a:rPr lang="it-IT" smtClean="0"/>
              <a:t>3</a:t>
            </a:fld>
            <a:endParaRPr lang="it-IT"/>
          </a:p>
        </p:txBody>
      </p:sp>
    </p:spTree>
    <p:extLst>
      <p:ext uri="{BB962C8B-B14F-4D97-AF65-F5344CB8AC3E}">
        <p14:creationId xmlns:p14="http://schemas.microsoft.com/office/powerpoint/2010/main" val="3255017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B8CEC-EF1C-9B7C-69C8-BBBB5CFA77C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AA6152D-0343-90F8-F457-DC05F1D621A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0A80000-3736-F7BC-7DE3-CADBBE7A8EB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Quando</a:t>
            </a:r>
            <a:r>
              <a:rPr lang="it-IT" baseline="0" dirty="0"/>
              <a:t> viene inserita un’immagine, può essere inserito un testo alternativo che consenta ad una sintesi vocale di leggerla, procedendo in questo modo: cliccare con tasto destro sul campo in cui è inserita l’immagine, dal menu selezionare «Formato immagine», si apre il menu a destra e si clicca sull’icona «Dimensioni e Proprietà», si seleziona «Testo Alternativo» e si inserisce la descrizione dell’immagine, come da esempio.</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baseline="0" dirty="0"/>
              <a:t>Per immagini puramente decorative è possibile utilizzare la funzione «Testo Alternativo» specificando nella casella di testo: «Immagine decorativa». Non inserire mai testo all’interno delle immagini.</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baseline="0" dirty="0"/>
              <a:t>Per Mac: per inserire testo alternativo cliccare con tasto destro sull’immagine, nel menu selezionare «Testo Alternativo», si apre una finestra dove è possibile inserire il testo alternativo.</a:t>
            </a:r>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endParaRPr lang="it-IT" dirty="0"/>
          </a:p>
        </p:txBody>
      </p:sp>
      <p:sp>
        <p:nvSpPr>
          <p:cNvPr id="4" name="Segnaposto numero diapositiva 3">
            <a:extLst>
              <a:ext uri="{FF2B5EF4-FFF2-40B4-BE49-F238E27FC236}">
                <a16:creationId xmlns:a16="http://schemas.microsoft.com/office/drawing/2014/main" id="{5EEC8775-D998-2AAF-BBC1-2877333D3533}"/>
              </a:ext>
            </a:extLst>
          </p:cNvPr>
          <p:cNvSpPr>
            <a:spLocks noGrp="1"/>
          </p:cNvSpPr>
          <p:nvPr>
            <p:ph type="sldNum" sz="quarter" idx="10"/>
          </p:nvPr>
        </p:nvSpPr>
        <p:spPr/>
        <p:txBody>
          <a:bodyPr/>
          <a:lstStyle/>
          <a:p>
            <a:fld id="{1A4491ED-56D3-4375-977F-FA3F9F1C0D19}" type="slidenum">
              <a:rPr lang="it-IT" smtClean="0"/>
              <a:t>4</a:t>
            </a:fld>
            <a:endParaRPr lang="it-IT"/>
          </a:p>
        </p:txBody>
      </p:sp>
    </p:spTree>
    <p:extLst>
      <p:ext uri="{BB962C8B-B14F-4D97-AF65-F5344CB8AC3E}">
        <p14:creationId xmlns:p14="http://schemas.microsoft.com/office/powerpoint/2010/main" val="1867180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7AE8E-9A02-5E13-5408-266309FA81C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425E105-C4C9-BBBD-F899-23800391D293}"/>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00525E38-7EF4-5F3C-1A51-AA95ED4FC7A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Quando</a:t>
            </a:r>
            <a:r>
              <a:rPr lang="it-IT" baseline="0" dirty="0"/>
              <a:t> viene inserita un’immagine, può essere inserito un testo alternativo che consenta ad una sintesi vocale di leggerla, procedendo in questo modo: cliccare con tasto destro sul campo in cui è inserita l’immagine, dal menu selezionare «Formato immagine», si apre il menu a destra e si clicca sull’icona «Dimensioni e Proprietà», si seleziona «Testo Alternativo» e si inserisce la descrizione dell’immagine, come da esempio.</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baseline="0" dirty="0"/>
              <a:t>Per immagini puramente decorative è possibile utilizzare la funzione «Testo Alternativo» specificando nella casella di testo: «Immagine decorativa». Non inserire mai testo all’interno delle immagini.</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baseline="0" dirty="0"/>
              <a:t>Per Mac: per inserire testo alternativo cliccare con tasto destro sull’immagine, nel menu selezionare «Testo Alternativo», si apre una finestra dove è possibile inserire il testo alternativo.</a:t>
            </a:r>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endParaRPr lang="it-IT" dirty="0"/>
          </a:p>
        </p:txBody>
      </p:sp>
      <p:sp>
        <p:nvSpPr>
          <p:cNvPr id="4" name="Segnaposto numero diapositiva 3">
            <a:extLst>
              <a:ext uri="{FF2B5EF4-FFF2-40B4-BE49-F238E27FC236}">
                <a16:creationId xmlns:a16="http://schemas.microsoft.com/office/drawing/2014/main" id="{8239A3F3-EE84-8C8B-1800-28A6A9D92618}"/>
              </a:ext>
            </a:extLst>
          </p:cNvPr>
          <p:cNvSpPr>
            <a:spLocks noGrp="1"/>
          </p:cNvSpPr>
          <p:nvPr>
            <p:ph type="sldNum" sz="quarter" idx="10"/>
          </p:nvPr>
        </p:nvSpPr>
        <p:spPr/>
        <p:txBody>
          <a:bodyPr/>
          <a:lstStyle/>
          <a:p>
            <a:fld id="{1A4491ED-56D3-4375-977F-FA3F9F1C0D19}" type="slidenum">
              <a:rPr lang="it-IT" smtClean="0"/>
              <a:t>5</a:t>
            </a:fld>
            <a:endParaRPr lang="it-IT"/>
          </a:p>
        </p:txBody>
      </p:sp>
    </p:spTree>
    <p:extLst>
      <p:ext uri="{BB962C8B-B14F-4D97-AF65-F5344CB8AC3E}">
        <p14:creationId xmlns:p14="http://schemas.microsoft.com/office/powerpoint/2010/main" val="2560338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4E050-AB00-AD7A-72C7-CE57CE0AB3E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20F0CDA-B9B3-F5CC-29D8-8350D1C2A7A3}"/>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FF09B5B0-F299-46F0-5909-56965D1D207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Quando</a:t>
            </a:r>
            <a:r>
              <a:rPr lang="it-IT" baseline="0" dirty="0"/>
              <a:t> viene inserita un’immagine, può essere inserito un testo alternativo che consenta ad una sintesi vocale di leggerla, procedendo in questo modo: cliccare con tasto destro sul campo in cui è inserita l’immagine, dal menu selezionare «Formato immagine», si apre il menu a destra e si clicca sull’icona «Dimensioni e Proprietà», si seleziona «Testo Alternativo» e si inserisce la descrizione dell’immagine, come da esempio.</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baseline="0" dirty="0"/>
              <a:t>Per immagini puramente decorative è possibile utilizzare la funzione «Testo Alternativo» specificando nella casella di testo: «Immagine decorativa». Non inserire mai testo all’interno delle immagini.</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baseline="0" dirty="0"/>
              <a:t>Per Mac: per inserire testo alternativo cliccare con tasto destro sull’immagine, nel menu selezionare «Testo Alternativo», si apre una finestra dove è possibile inserire il testo alternativo.</a:t>
            </a:r>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endParaRPr lang="it-IT" dirty="0"/>
          </a:p>
        </p:txBody>
      </p:sp>
      <p:sp>
        <p:nvSpPr>
          <p:cNvPr id="4" name="Segnaposto numero diapositiva 3">
            <a:extLst>
              <a:ext uri="{FF2B5EF4-FFF2-40B4-BE49-F238E27FC236}">
                <a16:creationId xmlns:a16="http://schemas.microsoft.com/office/drawing/2014/main" id="{3B4392D2-F41C-57D9-A5DE-2F276F4ED801}"/>
              </a:ext>
            </a:extLst>
          </p:cNvPr>
          <p:cNvSpPr>
            <a:spLocks noGrp="1"/>
          </p:cNvSpPr>
          <p:nvPr>
            <p:ph type="sldNum" sz="quarter" idx="10"/>
          </p:nvPr>
        </p:nvSpPr>
        <p:spPr/>
        <p:txBody>
          <a:bodyPr/>
          <a:lstStyle/>
          <a:p>
            <a:fld id="{1A4491ED-56D3-4375-977F-FA3F9F1C0D19}" type="slidenum">
              <a:rPr lang="it-IT" smtClean="0"/>
              <a:t>6</a:t>
            </a:fld>
            <a:endParaRPr lang="it-IT"/>
          </a:p>
        </p:txBody>
      </p:sp>
    </p:spTree>
    <p:extLst>
      <p:ext uri="{BB962C8B-B14F-4D97-AF65-F5344CB8AC3E}">
        <p14:creationId xmlns:p14="http://schemas.microsoft.com/office/powerpoint/2010/main" val="14513195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1A5F7-A3AD-C736-FCB2-A9B41AE379E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D713A4D-B78A-131B-D1B3-720174037D0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9C1D2F31-9930-6D3A-EC93-2F19160CEC0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Quando</a:t>
            </a:r>
            <a:r>
              <a:rPr lang="it-IT" baseline="0" dirty="0"/>
              <a:t> viene inserita un’immagine, può essere inserito un testo alternativo che consenta ad una sintesi vocale di leggerla, procedendo in questo modo: cliccare con tasto destro sul campo in cui è inserita l’immagine, dal menu selezionare «Formato immagine», si apre il menu a destra e si clicca sull’icona «Dimensioni e Proprietà», si seleziona «Testo Alternativo» e si inserisce la descrizione dell’immagine, come da esempio.</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baseline="0" dirty="0"/>
              <a:t>Per immagini puramente decorative è possibile utilizzare la funzione «Testo Alternativo» specificando nella casella di testo: «Immagine decorativa». Non inserire mai testo all’interno delle immagini.</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baseline="0" dirty="0"/>
              <a:t>Per Mac: per inserire testo alternativo cliccare con tasto destro sull’immagine, nel menu selezionare «Testo Alternativo», si apre una finestra dove è possibile inserire il testo alternativo.</a:t>
            </a:r>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endParaRPr lang="it-IT" dirty="0"/>
          </a:p>
        </p:txBody>
      </p:sp>
      <p:sp>
        <p:nvSpPr>
          <p:cNvPr id="4" name="Segnaposto numero diapositiva 3">
            <a:extLst>
              <a:ext uri="{FF2B5EF4-FFF2-40B4-BE49-F238E27FC236}">
                <a16:creationId xmlns:a16="http://schemas.microsoft.com/office/drawing/2014/main" id="{3249452D-C1F0-FAB1-93E7-4D8259142ABE}"/>
              </a:ext>
            </a:extLst>
          </p:cNvPr>
          <p:cNvSpPr>
            <a:spLocks noGrp="1"/>
          </p:cNvSpPr>
          <p:nvPr>
            <p:ph type="sldNum" sz="quarter" idx="10"/>
          </p:nvPr>
        </p:nvSpPr>
        <p:spPr/>
        <p:txBody>
          <a:bodyPr/>
          <a:lstStyle/>
          <a:p>
            <a:fld id="{1A4491ED-56D3-4375-977F-FA3F9F1C0D19}" type="slidenum">
              <a:rPr lang="it-IT" smtClean="0"/>
              <a:t>7</a:t>
            </a:fld>
            <a:endParaRPr lang="it-IT"/>
          </a:p>
        </p:txBody>
      </p:sp>
    </p:spTree>
    <p:extLst>
      <p:ext uri="{BB962C8B-B14F-4D97-AF65-F5344CB8AC3E}">
        <p14:creationId xmlns:p14="http://schemas.microsoft.com/office/powerpoint/2010/main" val="40044216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6E53C-CA61-6B4A-DD48-B09A818BD33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F9664AE-53F7-2C37-D3CC-09AE5017739B}"/>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F40AA642-1D8F-0134-34DF-5B76B3933AA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Quando</a:t>
            </a:r>
            <a:r>
              <a:rPr lang="it-IT" baseline="0" dirty="0"/>
              <a:t> viene inserita un’immagine, può essere inserito un testo alternativo che consenta ad una sintesi vocale di leggerla, procedendo in questo modo: cliccare con tasto destro sul campo in cui è inserita l’immagine, dal menu selezionare «Formato immagine», si apre il menu a destra e si clicca sull’icona «Dimensioni e Proprietà», si seleziona «Testo Alternativo» e si inserisce la descrizione dell’immagine, come da esempio.</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baseline="0" dirty="0"/>
              <a:t>Per immagini puramente decorative è possibile utilizzare la funzione «Testo Alternativo» specificando nella casella di testo: «Immagine decorativa». Non inserire mai testo all’interno delle immagini.</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baseline="0" dirty="0"/>
              <a:t>Per Mac: per inserire testo alternativo cliccare con tasto destro sull’immagine, nel menu selezionare «Testo Alternativo», si apre una finestra dove è possibile inserire il testo alternativo.</a:t>
            </a:r>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endParaRPr lang="it-IT" dirty="0"/>
          </a:p>
        </p:txBody>
      </p:sp>
      <p:sp>
        <p:nvSpPr>
          <p:cNvPr id="4" name="Segnaposto numero diapositiva 3">
            <a:extLst>
              <a:ext uri="{FF2B5EF4-FFF2-40B4-BE49-F238E27FC236}">
                <a16:creationId xmlns:a16="http://schemas.microsoft.com/office/drawing/2014/main" id="{BE260DA6-BD47-D1B6-ED8F-B83697EC23A9}"/>
              </a:ext>
            </a:extLst>
          </p:cNvPr>
          <p:cNvSpPr>
            <a:spLocks noGrp="1"/>
          </p:cNvSpPr>
          <p:nvPr>
            <p:ph type="sldNum" sz="quarter" idx="10"/>
          </p:nvPr>
        </p:nvSpPr>
        <p:spPr/>
        <p:txBody>
          <a:bodyPr/>
          <a:lstStyle/>
          <a:p>
            <a:fld id="{1A4491ED-56D3-4375-977F-FA3F9F1C0D19}" type="slidenum">
              <a:rPr lang="it-IT" smtClean="0"/>
              <a:t>8</a:t>
            </a:fld>
            <a:endParaRPr lang="it-IT"/>
          </a:p>
        </p:txBody>
      </p:sp>
    </p:spTree>
    <p:extLst>
      <p:ext uri="{BB962C8B-B14F-4D97-AF65-F5344CB8AC3E}">
        <p14:creationId xmlns:p14="http://schemas.microsoft.com/office/powerpoint/2010/main" val="37627323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86632-742F-144E-5245-83F0C0BF040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E3A628F-53FF-C8EF-36D1-99EE2EB3024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E451C1D6-E4A8-C125-0E14-17DE2E99396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Quando</a:t>
            </a:r>
            <a:r>
              <a:rPr lang="it-IT" baseline="0" dirty="0"/>
              <a:t> viene inserita un’immagine, può essere inserito un testo alternativo che consenta ad una sintesi vocale di leggerla, procedendo in questo modo: cliccare con tasto destro sul campo in cui è inserita l’immagine, dal menu selezionare «Formato immagine», si apre il menu a destra e si clicca sull’icona «Dimensioni e Proprietà», si seleziona «Testo Alternativo» e si inserisce la descrizione dell’immagine, come da esempio.</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baseline="0" dirty="0"/>
              <a:t>Per immagini puramente decorative è possibile utilizzare la funzione «Testo Alternativo» specificando nella casella di testo: «Immagine decorativa». Non inserire mai testo all’interno delle immagini.</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baseline="0" dirty="0"/>
              <a:t>Per Mac: per inserire testo alternativo cliccare con tasto destro sull’immagine, nel menu selezionare «Testo Alternativo», si apre una finestra dove è possibile inserire il testo alternativo.</a:t>
            </a:r>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endParaRPr lang="it-IT" dirty="0"/>
          </a:p>
        </p:txBody>
      </p:sp>
      <p:sp>
        <p:nvSpPr>
          <p:cNvPr id="4" name="Segnaposto numero diapositiva 3">
            <a:extLst>
              <a:ext uri="{FF2B5EF4-FFF2-40B4-BE49-F238E27FC236}">
                <a16:creationId xmlns:a16="http://schemas.microsoft.com/office/drawing/2014/main" id="{F8945931-EE4D-77D6-411E-5DF0BA51028E}"/>
              </a:ext>
            </a:extLst>
          </p:cNvPr>
          <p:cNvSpPr>
            <a:spLocks noGrp="1"/>
          </p:cNvSpPr>
          <p:nvPr>
            <p:ph type="sldNum" sz="quarter" idx="10"/>
          </p:nvPr>
        </p:nvSpPr>
        <p:spPr/>
        <p:txBody>
          <a:bodyPr/>
          <a:lstStyle/>
          <a:p>
            <a:fld id="{1A4491ED-56D3-4375-977F-FA3F9F1C0D19}" type="slidenum">
              <a:rPr lang="it-IT" smtClean="0"/>
              <a:t>9</a:t>
            </a:fld>
            <a:endParaRPr lang="it-IT"/>
          </a:p>
        </p:txBody>
      </p:sp>
    </p:spTree>
    <p:extLst>
      <p:ext uri="{BB962C8B-B14F-4D97-AF65-F5344CB8AC3E}">
        <p14:creationId xmlns:p14="http://schemas.microsoft.com/office/powerpoint/2010/main" val="35445174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DE11C-3D6B-501B-BCD8-87AF0356AC0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708DDCF-9753-DE49-F1FB-73AA9D8A989B}"/>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39F0E0C9-24ED-1961-D0FD-81B807CB2CE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Quando</a:t>
            </a:r>
            <a:r>
              <a:rPr lang="it-IT" baseline="0" dirty="0"/>
              <a:t> viene inserita un’immagine, può essere inserito un testo alternativo che consenta ad una sintesi vocale di leggerla, procedendo in questo modo: cliccare con tasto destro sul campo in cui è inserita l’immagine, dal menu selezionare «Formato immagine», si apre il menu a destra e si clicca sull’icona «Dimensioni e Proprietà», si seleziona «Testo Alternativo» e si inserisce la descrizione dell’immagine, come da esempio.</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baseline="0" dirty="0"/>
              <a:t>Per immagini puramente decorative è possibile utilizzare la funzione «Testo Alternativo» specificando nella casella di testo: «Immagine decorativa». Non inserire mai testo all’interno delle immagini.</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baseline="0" dirty="0"/>
              <a:t>Per Mac: per inserire testo alternativo cliccare con tasto destro sull’immagine, nel menu selezionare «Testo Alternativo», si apre una finestra dove è possibile inserire il testo alternativo.</a:t>
            </a:r>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endParaRPr lang="it-IT" dirty="0"/>
          </a:p>
        </p:txBody>
      </p:sp>
      <p:sp>
        <p:nvSpPr>
          <p:cNvPr id="4" name="Segnaposto numero diapositiva 3">
            <a:extLst>
              <a:ext uri="{FF2B5EF4-FFF2-40B4-BE49-F238E27FC236}">
                <a16:creationId xmlns:a16="http://schemas.microsoft.com/office/drawing/2014/main" id="{A3FB2DC5-99BD-930A-1F30-1BC2FDF043A2}"/>
              </a:ext>
            </a:extLst>
          </p:cNvPr>
          <p:cNvSpPr>
            <a:spLocks noGrp="1"/>
          </p:cNvSpPr>
          <p:nvPr>
            <p:ph type="sldNum" sz="quarter" idx="10"/>
          </p:nvPr>
        </p:nvSpPr>
        <p:spPr/>
        <p:txBody>
          <a:bodyPr/>
          <a:lstStyle/>
          <a:p>
            <a:fld id="{1A4491ED-56D3-4375-977F-FA3F9F1C0D19}" type="slidenum">
              <a:rPr lang="it-IT" smtClean="0"/>
              <a:t>10</a:t>
            </a:fld>
            <a:endParaRPr lang="it-IT"/>
          </a:p>
        </p:txBody>
      </p:sp>
    </p:spTree>
    <p:extLst>
      <p:ext uri="{BB962C8B-B14F-4D97-AF65-F5344CB8AC3E}">
        <p14:creationId xmlns:p14="http://schemas.microsoft.com/office/powerpoint/2010/main" val="29942315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636F-2EFA-A2C7-71D7-8B7D3EC4D63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8F40D00-305C-C6CF-D01D-9B3A42442ACF}"/>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A8A79098-F44A-8121-0603-A016056E6B8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Quando</a:t>
            </a:r>
            <a:r>
              <a:rPr lang="it-IT" baseline="0" dirty="0"/>
              <a:t> viene inserita un’immagine, può essere inserito un testo alternativo che consenta ad una sintesi vocale di leggerla, procedendo in questo modo: cliccare con tasto destro sul campo in cui è inserita l’immagine, dal menu selezionare «Formato immagine», si apre il menu a destra e si clicca sull’icona «Dimensioni e Proprietà», si seleziona «Testo Alternativo» e si inserisce la descrizione dell’immagine, come da esempio.</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baseline="0" dirty="0"/>
              <a:t>Per immagini puramente decorative è possibile utilizzare la funzione «Testo Alternativo» specificando nella casella di testo: «Immagine decorativa». Non inserire mai testo all’interno delle immagini.</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baseline="0" dirty="0"/>
              <a:t>Per Mac: per inserire testo alternativo cliccare con tasto destro sull’immagine, nel menu selezionare «Testo Alternativo», si apre una finestra dove è possibile inserire il testo alternativo.</a:t>
            </a:r>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it-IT" baseline="0" dirty="0"/>
          </a:p>
          <a:p>
            <a:endParaRPr lang="it-IT" dirty="0"/>
          </a:p>
        </p:txBody>
      </p:sp>
      <p:sp>
        <p:nvSpPr>
          <p:cNvPr id="4" name="Segnaposto numero diapositiva 3">
            <a:extLst>
              <a:ext uri="{FF2B5EF4-FFF2-40B4-BE49-F238E27FC236}">
                <a16:creationId xmlns:a16="http://schemas.microsoft.com/office/drawing/2014/main" id="{7E59605F-BBBA-3264-D18F-67CB2587B67D}"/>
              </a:ext>
            </a:extLst>
          </p:cNvPr>
          <p:cNvSpPr>
            <a:spLocks noGrp="1"/>
          </p:cNvSpPr>
          <p:nvPr>
            <p:ph type="sldNum" sz="quarter" idx="10"/>
          </p:nvPr>
        </p:nvSpPr>
        <p:spPr/>
        <p:txBody>
          <a:bodyPr/>
          <a:lstStyle/>
          <a:p>
            <a:fld id="{1A4491ED-56D3-4375-977F-FA3F9F1C0D19}" type="slidenum">
              <a:rPr lang="it-IT" smtClean="0"/>
              <a:t>11</a:t>
            </a:fld>
            <a:endParaRPr lang="it-IT"/>
          </a:p>
        </p:txBody>
      </p:sp>
    </p:spTree>
    <p:extLst>
      <p:ext uri="{BB962C8B-B14F-4D97-AF65-F5344CB8AC3E}">
        <p14:creationId xmlns:p14="http://schemas.microsoft.com/office/powerpoint/2010/main" val="12913341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1A4491ED-56D3-4375-977F-FA3F9F1C0D19}" type="slidenum">
              <a:rPr lang="it-IT" smtClean="0"/>
              <a:t>12</a:t>
            </a:fld>
            <a:endParaRPr lang="it-IT"/>
          </a:p>
        </p:txBody>
      </p:sp>
    </p:spTree>
    <p:extLst>
      <p:ext uri="{BB962C8B-B14F-4D97-AF65-F5344CB8AC3E}">
        <p14:creationId xmlns:p14="http://schemas.microsoft.com/office/powerpoint/2010/main" val="2557032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E98A6E1-DC11-C213-C49B-4CE1A884E40A}"/>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76C5EF09-4C5E-B147-BEF8-8B66FFFEA2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FE774B46-543F-F0B0-1410-BF1E7177DEE5}"/>
              </a:ext>
            </a:extLst>
          </p:cNvPr>
          <p:cNvSpPr>
            <a:spLocks noGrp="1"/>
          </p:cNvSpPr>
          <p:nvPr>
            <p:ph type="dt" sz="half" idx="10"/>
          </p:nvPr>
        </p:nvSpPr>
        <p:spPr/>
        <p:txBody>
          <a:bodyPr/>
          <a:lstStyle/>
          <a:p>
            <a:fld id="{800F70D6-0EEB-48B5-B03E-48E409845EC4}" type="datetimeFigureOut">
              <a:rPr lang="it-IT" smtClean="0"/>
              <a:t>22/06/2026</a:t>
            </a:fld>
            <a:endParaRPr lang="it-IT"/>
          </a:p>
        </p:txBody>
      </p:sp>
      <p:sp>
        <p:nvSpPr>
          <p:cNvPr id="5" name="Segnaposto piè di pagina 4">
            <a:extLst>
              <a:ext uri="{FF2B5EF4-FFF2-40B4-BE49-F238E27FC236}">
                <a16:creationId xmlns:a16="http://schemas.microsoft.com/office/drawing/2014/main" id="{A21F3B55-F3E2-1A2D-7FD6-BEC64BEDFF2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203C2C70-ACDC-D114-6B42-27BE4C2595E6}"/>
              </a:ext>
            </a:extLst>
          </p:cNvPr>
          <p:cNvSpPr>
            <a:spLocks noGrp="1"/>
          </p:cNvSpPr>
          <p:nvPr>
            <p:ph type="sldNum" sz="quarter" idx="12"/>
          </p:nvPr>
        </p:nvSpPr>
        <p:spPr/>
        <p:txBody>
          <a:bodyPr/>
          <a:lstStyle/>
          <a:p>
            <a:fld id="{2853EDDF-5A9A-47DE-A5A9-DE053ED61E9B}" type="slidenum">
              <a:rPr lang="it-IT" smtClean="0"/>
              <a:t>‹N›</a:t>
            </a:fld>
            <a:endParaRPr lang="it-IT"/>
          </a:p>
        </p:txBody>
      </p:sp>
    </p:spTree>
    <p:extLst>
      <p:ext uri="{BB962C8B-B14F-4D97-AF65-F5344CB8AC3E}">
        <p14:creationId xmlns:p14="http://schemas.microsoft.com/office/powerpoint/2010/main" val="2431787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42635D8-CCDF-6D38-8F13-A179A41E70AE}"/>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E434A56-224E-D866-A28F-911AF1B326B0}"/>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72815B5-BA9F-4BC1-142B-FB146E55539B}"/>
              </a:ext>
            </a:extLst>
          </p:cNvPr>
          <p:cNvSpPr>
            <a:spLocks noGrp="1"/>
          </p:cNvSpPr>
          <p:nvPr>
            <p:ph type="dt" sz="half" idx="10"/>
          </p:nvPr>
        </p:nvSpPr>
        <p:spPr/>
        <p:txBody>
          <a:bodyPr/>
          <a:lstStyle/>
          <a:p>
            <a:fld id="{800F70D6-0EEB-48B5-B03E-48E409845EC4}" type="datetimeFigureOut">
              <a:rPr lang="it-IT" smtClean="0"/>
              <a:t>22/06/2026</a:t>
            </a:fld>
            <a:endParaRPr lang="it-IT"/>
          </a:p>
        </p:txBody>
      </p:sp>
      <p:sp>
        <p:nvSpPr>
          <p:cNvPr id="5" name="Segnaposto piè di pagina 4">
            <a:extLst>
              <a:ext uri="{FF2B5EF4-FFF2-40B4-BE49-F238E27FC236}">
                <a16:creationId xmlns:a16="http://schemas.microsoft.com/office/drawing/2014/main" id="{D9639FF7-9837-5485-22E6-98359CE2794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21BA95AF-CF08-9540-8958-30ECAA24DB12}"/>
              </a:ext>
            </a:extLst>
          </p:cNvPr>
          <p:cNvSpPr>
            <a:spLocks noGrp="1"/>
          </p:cNvSpPr>
          <p:nvPr>
            <p:ph type="sldNum" sz="quarter" idx="12"/>
          </p:nvPr>
        </p:nvSpPr>
        <p:spPr/>
        <p:txBody>
          <a:bodyPr/>
          <a:lstStyle/>
          <a:p>
            <a:fld id="{2853EDDF-5A9A-47DE-A5A9-DE053ED61E9B}" type="slidenum">
              <a:rPr lang="it-IT" smtClean="0"/>
              <a:t>‹N›</a:t>
            </a:fld>
            <a:endParaRPr lang="it-IT"/>
          </a:p>
        </p:txBody>
      </p:sp>
    </p:spTree>
    <p:extLst>
      <p:ext uri="{BB962C8B-B14F-4D97-AF65-F5344CB8AC3E}">
        <p14:creationId xmlns:p14="http://schemas.microsoft.com/office/powerpoint/2010/main" val="1030609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909B05C-6215-0CBC-7B82-45F3AB917770}"/>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6CBDA081-A4AC-23E8-A80B-BB3EDFA46C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1D0D27AD-7692-29FD-138C-8E2D277B0C59}"/>
              </a:ext>
            </a:extLst>
          </p:cNvPr>
          <p:cNvSpPr>
            <a:spLocks noGrp="1"/>
          </p:cNvSpPr>
          <p:nvPr>
            <p:ph type="dt" sz="half" idx="10"/>
          </p:nvPr>
        </p:nvSpPr>
        <p:spPr/>
        <p:txBody>
          <a:bodyPr/>
          <a:lstStyle/>
          <a:p>
            <a:fld id="{800F70D6-0EEB-48B5-B03E-48E409845EC4}" type="datetimeFigureOut">
              <a:rPr lang="it-IT" smtClean="0"/>
              <a:t>22/06/2026</a:t>
            </a:fld>
            <a:endParaRPr lang="it-IT"/>
          </a:p>
        </p:txBody>
      </p:sp>
      <p:sp>
        <p:nvSpPr>
          <p:cNvPr id="5" name="Segnaposto piè di pagina 4">
            <a:extLst>
              <a:ext uri="{FF2B5EF4-FFF2-40B4-BE49-F238E27FC236}">
                <a16:creationId xmlns:a16="http://schemas.microsoft.com/office/drawing/2014/main" id="{1EFA7B6A-8E96-4A22-AC28-CC5D4A5FC01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81F665B-5DD5-68C7-A7BF-2101FC91976D}"/>
              </a:ext>
            </a:extLst>
          </p:cNvPr>
          <p:cNvSpPr>
            <a:spLocks noGrp="1"/>
          </p:cNvSpPr>
          <p:nvPr>
            <p:ph type="sldNum" sz="quarter" idx="12"/>
          </p:nvPr>
        </p:nvSpPr>
        <p:spPr/>
        <p:txBody>
          <a:bodyPr/>
          <a:lstStyle/>
          <a:p>
            <a:fld id="{2853EDDF-5A9A-47DE-A5A9-DE053ED61E9B}" type="slidenum">
              <a:rPr lang="it-IT" smtClean="0"/>
              <a:t>‹N›</a:t>
            </a:fld>
            <a:endParaRPr lang="it-IT"/>
          </a:p>
        </p:txBody>
      </p:sp>
    </p:spTree>
    <p:extLst>
      <p:ext uri="{BB962C8B-B14F-4D97-AF65-F5344CB8AC3E}">
        <p14:creationId xmlns:p14="http://schemas.microsoft.com/office/powerpoint/2010/main" val="3892632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7E8C6D-2746-FE8C-D954-F04A0892A3AD}"/>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98C4DAC7-51DC-0512-D3C5-636DA9B67150}"/>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2DC77EFD-F6AD-7E4A-2466-734F7D9F8974}"/>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DDF64D86-9423-4050-EABD-82F754AC9791}"/>
              </a:ext>
            </a:extLst>
          </p:cNvPr>
          <p:cNvSpPr>
            <a:spLocks noGrp="1"/>
          </p:cNvSpPr>
          <p:nvPr>
            <p:ph type="dt" sz="half" idx="10"/>
          </p:nvPr>
        </p:nvSpPr>
        <p:spPr/>
        <p:txBody>
          <a:bodyPr/>
          <a:lstStyle/>
          <a:p>
            <a:fld id="{800F70D6-0EEB-48B5-B03E-48E409845EC4}" type="datetimeFigureOut">
              <a:rPr lang="it-IT" smtClean="0"/>
              <a:t>22/06/2026</a:t>
            </a:fld>
            <a:endParaRPr lang="it-IT"/>
          </a:p>
        </p:txBody>
      </p:sp>
      <p:sp>
        <p:nvSpPr>
          <p:cNvPr id="6" name="Segnaposto piè di pagina 5">
            <a:extLst>
              <a:ext uri="{FF2B5EF4-FFF2-40B4-BE49-F238E27FC236}">
                <a16:creationId xmlns:a16="http://schemas.microsoft.com/office/drawing/2014/main" id="{F1F5BF3C-0092-1DEB-DF7D-873B0ECF5DF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61891FFC-8CE4-A06C-6922-845EBB33D260}"/>
              </a:ext>
            </a:extLst>
          </p:cNvPr>
          <p:cNvSpPr>
            <a:spLocks noGrp="1"/>
          </p:cNvSpPr>
          <p:nvPr>
            <p:ph type="sldNum" sz="quarter" idx="12"/>
          </p:nvPr>
        </p:nvSpPr>
        <p:spPr/>
        <p:txBody>
          <a:bodyPr/>
          <a:lstStyle/>
          <a:p>
            <a:fld id="{2853EDDF-5A9A-47DE-A5A9-DE053ED61E9B}" type="slidenum">
              <a:rPr lang="it-IT" smtClean="0"/>
              <a:t>‹N›</a:t>
            </a:fld>
            <a:endParaRPr lang="it-IT"/>
          </a:p>
        </p:txBody>
      </p:sp>
    </p:spTree>
    <p:extLst>
      <p:ext uri="{BB962C8B-B14F-4D97-AF65-F5344CB8AC3E}">
        <p14:creationId xmlns:p14="http://schemas.microsoft.com/office/powerpoint/2010/main" val="3535705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91E9C76-ADD7-91FE-76C9-8E59F94629D4}"/>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FFA3DAC0-0839-47EF-03C6-93B46E1AE5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68AAB33E-3013-3EE2-4E41-A18D1471D090}"/>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EA8BE1D0-E709-E1B6-7882-A7C1F3F842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4067025A-7024-FF82-2CD9-A169C692DB75}"/>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0294965E-60D1-02D6-7D5B-78FA5B51BD15}"/>
              </a:ext>
            </a:extLst>
          </p:cNvPr>
          <p:cNvSpPr>
            <a:spLocks noGrp="1"/>
          </p:cNvSpPr>
          <p:nvPr>
            <p:ph type="dt" sz="half" idx="10"/>
          </p:nvPr>
        </p:nvSpPr>
        <p:spPr/>
        <p:txBody>
          <a:bodyPr/>
          <a:lstStyle/>
          <a:p>
            <a:fld id="{800F70D6-0EEB-48B5-B03E-48E409845EC4}" type="datetimeFigureOut">
              <a:rPr lang="it-IT" smtClean="0"/>
              <a:t>22/06/2026</a:t>
            </a:fld>
            <a:endParaRPr lang="it-IT"/>
          </a:p>
        </p:txBody>
      </p:sp>
      <p:sp>
        <p:nvSpPr>
          <p:cNvPr id="8" name="Segnaposto piè di pagina 7">
            <a:extLst>
              <a:ext uri="{FF2B5EF4-FFF2-40B4-BE49-F238E27FC236}">
                <a16:creationId xmlns:a16="http://schemas.microsoft.com/office/drawing/2014/main" id="{C285446E-D0C3-EB44-D741-898EA10E6D62}"/>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96CEDB29-873E-5535-846B-35B3DC3577D6}"/>
              </a:ext>
            </a:extLst>
          </p:cNvPr>
          <p:cNvSpPr>
            <a:spLocks noGrp="1"/>
          </p:cNvSpPr>
          <p:nvPr>
            <p:ph type="sldNum" sz="quarter" idx="12"/>
          </p:nvPr>
        </p:nvSpPr>
        <p:spPr/>
        <p:txBody>
          <a:bodyPr/>
          <a:lstStyle/>
          <a:p>
            <a:fld id="{2853EDDF-5A9A-47DE-A5A9-DE053ED61E9B}" type="slidenum">
              <a:rPr lang="it-IT" smtClean="0"/>
              <a:t>‹N›</a:t>
            </a:fld>
            <a:endParaRPr lang="it-IT"/>
          </a:p>
        </p:txBody>
      </p:sp>
    </p:spTree>
    <p:extLst>
      <p:ext uri="{BB962C8B-B14F-4D97-AF65-F5344CB8AC3E}">
        <p14:creationId xmlns:p14="http://schemas.microsoft.com/office/powerpoint/2010/main" val="3041894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531BEB9-DC85-61DC-2E70-EECA88267D08}"/>
              </a:ext>
            </a:extLst>
          </p:cNvPr>
          <p:cNvSpPr>
            <a:spLocks noGrp="1"/>
          </p:cNvSpPr>
          <p:nvPr>
            <p:ph type="title"/>
          </p:nvPr>
        </p:nvSpPr>
        <p:spPr/>
        <p:txBody>
          <a:bodyPr/>
          <a:lstStyle/>
          <a:p>
            <a:r>
              <a:rPr lang="it-IT" dirty="0"/>
              <a:t>Fare clic per modificare lo stile del titolo dello schema</a:t>
            </a:r>
          </a:p>
        </p:txBody>
      </p:sp>
      <p:sp>
        <p:nvSpPr>
          <p:cNvPr id="3" name="Segnaposto data 2">
            <a:extLst>
              <a:ext uri="{FF2B5EF4-FFF2-40B4-BE49-F238E27FC236}">
                <a16:creationId xmlns:a16="http://schemas.microsoft.com/office/drawing/2014/main" id="{0784C7E1-3A6B-9BF3-9D7E-B84FBB4EA4C3}"/>
              </a:ext>
            </a:extLst>
          </p:cNvPr>
          <p:cNvSpPr>
            <a:spLocks noGrp="1"/>
          </p:cNvSpPr>
          <p:nvPr>
            <p:ph type="dt" sz="half" idx="10"/>
          </p:nvPr>
        </p:nvSpPr>
        <p:spPr/>
        <p:txBody>
          <a:bodyPr/>
          <a:lstStyle/>
          <a:p>
            <a:fld id="{800F70D6-0EEB-48B5-B03E-48E409845EC4}" type="datetimeFigureOut">
              <a:rPr lang="it-IT" smtClean="0"/>
              <a:t>22/06/2026</a:t>
            </a:fld>
            <a:endParaRPr lang="it-IT"/>
          </a:p>
        </p:txBody>
      </p:sp>
      <p:sp>
        <p:nvSpPr>
          <p:cNvPr id="4" name="Segnaposto piè di pagina 3">
            <a:extLst>
              <a:ext uri="{FF2B5EF4-FFF2-40B4-BE49-F238E27FC236}">
                <a16:creationId xmlns:a16="http://schemas.microsoft.com/office/drawing/2014/main" id="{814B297B-6060-AC1C-692E-69C528C0585F}"/>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3C92E7EA-01EC-8DA9-0AD8-097FF79EA7CD}"/>
              </a:ext>
            </a:extLst>
          </p:cNvPr>
          <p:cNvSpPr>
            <a:spLocks noGrp="1"/>
          </p:cNvSpPr>
          <p:nvPr>
            <p:ph type="sldNum" sz="quarter" idx="12"/>
          </p:nvPr>
        </p:nvSpPr>
        <p:spPr/>
        <p:txBody>
          <a:bodyPr/>
          <a:lstStyle/>
          <a:p>
            <a:fld id="{2853EDDF-5A9A-47DE-A5A9-DE053ED61E9B}" type="slidenum">
              <a:rPr lang="it-IT" smtClean="0"/>
              <a:t>‹N›</a:t>
            </a:fld>
            <a:endParaRPr lang="it-IT"/>
          </a:p>
        </p:txBody>
      </p:sp>
    </p:spTree>
    <p:extLst>
      <p:ext uri="{BB962C8B-B14F-4D97-AF65-F5344CB8AC3E}">
        <p14:creationId xmlns:p14="http://schemas.microsoft.com/office/powerpoint/2010/main" val="1423793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6D660FF-A924-B2C4-5D36-2548BC1C856F}"/>
              </a:ext>
            </a:extLst>
          </p:cNvPr>
          <p:cNvSpPr>
            <a:spLocks noGrp="1"/>
          </p:cNvSpPr>
          <p:nvPr>
            <p:ph type="dt" sz="half" idx="10"/>
          </p:nvPr>
        </p:nvSpPr>
        <p:spPr/>
        <p:txBody>
          <a:bodyPr/>
          <a:lstStyle/>
          <a:p>
            <a:fld id="{800F70D6-0EEB-48B5-B03E-48E409845EC4}" type="datetimeFigureOut">
              <a:rPr lang="it-IT" smtClean="0"/>
              <a:t>22/06/2026</a:t>
            </a:fld>
            <a:endParaRPr lang="it-IT"/>
          </a:p>
        </p:txBody>
      </p:sp>
      <p:sp>
        <p:nvSpPr>
          <p:cNvPr id="3" name="Segnaposto piè di pagina 2">
            <a:extLst>
              <a:ext uri="{FF2B5EF4-FFF2-40B4-BE49-F238E27FC236}">
                <a16:creationId xmlns:a16="http://schemas.microsoft.com/office/drawing/2014/main" id="{A48134CA-4890-3AD2-BFC1-635593B23C22}"/>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0959B0E4-734C-4FB1-ABD0-43EBCEE40CA0}"/>
              </a:ext>
            </a:extLst>
          </p:cNvPr>
          <p:cNvSpPr>
            <a:spLocks noGrp="1"/>
          </p:cNvSpPr>
          <p:nvPr>
            <p:ph type="sldNum" sz="quarter" idx="12"/>
          </p:nvPr>
        </p:nvSpPr>
        <p:spPr/>
        <p:txBody>
          <a:bodyPr/>
          <a:lstStyle/>
          <a:p>
            <a:fld id="{2853EDDF-5A9A-47DE-A5A9-DE053ED61E9B}" type="slidenum">
              <a:rPr lang="it-IT" smtClean="0"/>
              <a:t>‹N›</a:t>
            </a:fld>
            <a:endParaRPr lang="it-IT"/>
          </a:p>
        </p:txBody>
      </p:sp>
    </p:spTree>
    <p:extLst>
      <p:ext uri="{BB962C8B-B14F-4D97-AF65-F5344CB8AC3E}">
        <p14:creationId xmlns:p14="http://schemas.microsoft.com/office/powerpoint/2010/main" val="4562050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1AA02DE-EF25-8A34-A17C-9CF1E53851CF}"/>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60EDFA90-A16F-D126-B45F-FA7913A12F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107362F2-2D07-BADC-9028-5FF264BBC3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28E7C2D8-244A-8B91-1324-66BF5F723BD6}"/>
              </a:ext>
            </a:extLst>
          </p:cNvPr>
          <p:cNvSpPr>
            <a:spLocks noGrp="1"/>
          </p:cNvSpPr>
          <p:nvPr>
            <p:ph type="dt" sz="half" idx="10"/>
          </p:nvPr>
        </p:nvSpPr>
        <p:spPr/>
        <p:txBody>
          <a:bodyPr/>
          <a:lstStyle/>
          <a:p>
            <a:fld id="{800F70D6-0EEB-48B5-B03E-48E409845EC4}" type="datetimeFigureOut">
              <a:rPr lang="it-IT" smtClean="0"/>
              <a:t>22/06/2026</a:t>
            </a:fld>
            <a:endParaRPr lang="it-IT"/>
          </a:p>
        </p:txBody>
      </p:sp>
      <p:sp>
        <p:nvSpPr>
          <p:cNvPr id="6" name="Segnaposto piè di pagina 5">
            <a:extLst>
              <a:ext uri="{FF2B5EF4-FFF2-40B4-BE49-F238E27FC236}">
                <a16:creationId xmlns:a16="http://schemas.microsoft.com/office/drawing/2014/main" id="{75F98A4E-3799-1101-A9C0-EA1E537A9DF6}"/>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CE56DED9-3158-0431-69E5-757400DB0C54}"/>
              </a:ext>
            </a:extLst>
          </p:cNvPr>
          <p:cNvSpPr>
            <a:spLocks noGrp="1"/>
          </p:cNvSpPr>
          <p:nvPr>
            <p:ph type="sldNum" sz="quarter" idx="12"/>
          </p:nvPr>
        </p:nvSpPr>
        <p:spPr/>
        <p:txBody>
          <a:bodyPr/>
          <a:lstStyle/>
          <a:p>
            <a:fld id="{2853EDDF-5A9A-47DE-A5A9-DE053ED61E9B}" type="slidenum">
              <a:rPr lang="it-IT" smtClean="0"/>
              <a:t>‹N›</a:t>
            </a:fld>
            <a:endParaRPr lang="it-IT"/>
          </a:p>
        </p:txBody>
      </p:sp>
    </p:spTree>
    <p:extLst>
      <p:ext uri="{BB962C8B-B14F-4D97-AF65-F5344CB8AC3E}">
        <p14:creationId xmlns:p14="http://schemas.microsoft.com/office/powerpoint/2010/main" val="1244239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3170726-1E27-AA9F-3B2E-692DBC81A1D4}"/>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2DA53B16-4FDD-45A1-11E9-42FB6DC889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D8374E34-1E69-D976-B1C5-8499B3A13F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229DC378-0820-E023-FD20-90E7E384F206}"/>
              </a:ext>
            </a:extLst>
          </p:cNvPr>
          <p:cNvSpPr>
            <a:spLocks noGrp="1"/>
          </p:cNvSpPr>
          <p:nvPr>
            <p:ph type="dt" sz="half" idx="10"/>
          </p:nvPr>
        </p:nvSpPr>
        <p:spPr/>
        <p:txBody>
          <a:bodyPr/>
          <a:lstStyle/>
          <a:p>
            <a:fld id="{800F70D6-0EEB-48B5-B03E-48E409845EC4}" type="datetimeFigureOut">
              <a:rPr lang="it-IT" smtClean="0"/>
              <a:t>22/06/2026</a:t>
            </a:fld>
            <a:endParaRPr lang="it-IT"/>
          </a:p>
        </p:txBody>
      </p:sp>
      <p:sp>
        <p:nvSpPr>
          <p:cNvPr id="6" name="Segnaposto piè di pagina 5">
            <a:extLst>
              <a:ext uri="{FF2B5EF4-FFF2-40B4-BE49-F238E27FC236}">
                <a16:creationId xmlns:a16="http://schemas.microsoft.com/office/drawing/2014/main" id="{E64F833C-9ED4-C074-2B18-A66A6F9C558F}"/>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D36D7FED-89C8-E0C9-1D82-948243332AB4}"/>
              </a:ext>
            </a:extLst>
          </p:cNvPr>
          <p:cNvSpPr>
            <a:spLocks noGrp="1"/>
          </p:cNvSpPr>
          <p:nvPr>
            <p:ph type="sldNum" sz="quarter" idx="12"/>
          </p:nvPr>
        </p:nvSpPr>
        <p:spPr/>
        <p:txBody>
          <a:bodyPr/>
          <a:lstStyle/>
          <a:p>
            <a:fld id="{2853EDDF-5A9A-47DE-A5A9-DE053ED61E9B}" type="slidenum">
              <a:rPr lang="it-IT" smtClean="0"/>
              <a:t>‹N›</a:t>
            </a:fld>
            <a:endParaRPr lang="it-IT"/>
          </a:p>
        </p:txBody>
      </p:sp>
    </p:spTree>
    <p:extLst>
      <p:ext uri="{BB962C8B-B14F-4D97-AF65-F5344CB8AC3E}">
        <p14:creationId xmlns:p14="http://schemas.microsoft.com/office/powerpoint/2010/main" val="3975504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olo e testo verticale">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383B4F46-4564-BD98-9A70-890134ABAB89}"/>
              </a:ext>
            </a:extLst>
          </p:cNvPr>
          <p:cNvSpPr>
            <a:spLocks noGrp="1" noRot="1" noMove="1" noResize="1" noEditPoints="1" noAdjustHandles="1" noChangeArrowheads="1" noChangeShapeType="1"/>
          </p:cNvSpPr>
          <p:nvPr userDrawn="1"/>
        </p:nvSpPr>
        <p:spPr bwMode="auto">
          <a:xfrm>
            <a:off x="0" y="0"/>
            <a:ext cx="12192000" cy="6858000"/>
          </a:xfrm>
          <a:prstGeom prst="rect">
            <a:avLst/>
          </a:prstGeom>
          <a:solidFill>
            <a:srgbClr val="AA0004"/>
          </a:solidFill>
          <a:ln>
            <a:noFill/>
          </a:ln>
        </p:spPr>
        <p:txBody>
          <a:bodyPr wrap="none" rIns="360000" anchor="ct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algn="r" eaLnBrk="1" hangingPunct="1">
              <a:defRPr/>
            </a:pPr>
            <a:r>
              <a:rPr lang="it-IT" altLang="it-IT" sz="2400" dirty="0">
                <a:solidFill>
                  <a:schemeClr val="bg1"/>
                </a:solidFill>
              </a:rPr>
              <a:t>  </a:t>
            </a:r>
          </a:p>
        </p:txBody>
      </p:sp>
      <p:pic>
        <p:nvPicPr>
          <p:cNvPr id="4" name="Immagine 6">
            <a:extLst>
              <a:ext uri="{FF2B5EF4-FFF2-40B4-BE49-F238E27FC236}">
                <a16:creationId xmlns:a16="http://schemas.microsoft.com/office/drawing/2014/main" id="{7A2A5C85-D8F9-95C2-D93A-D6AAA8D0129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bwMode="auto">
          <a:xfrm>
            <a:off x="3741397" y="1159933"/>
            <a:ext cx="4709206" cy="210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olo 1">
            <a:extLst>
              <a:ext uri="{FF2B5EF4-FFF2-40B4-BE49-F238E27FC236}">
                <a16:creationId xmlns:a16="http://schemas.microsoft.com/office/drawing/2014/main" id="{DE965153-D1B8-47F9-ECA7-A02B37578D0F}"/>
              </a:ext>
            </a:extLst>
          </p:cNvPr>
          <p:cNvSpPr>
            <a:spLocks noGrp="1"/>
          </p:cNvSpPr>
          <p:nvPr>
            <p:ph type="ctrTitle"/>
          </p:nvPr>
        </p:nvSpPr>
        <p:spPr>
          <a:xfrm>
            <a:off x="1547593" y="3285951"/>
            <a:ext cx="9096815" cy="1290388"/>
          </a:xfrm>
          <a:prstGeom prst="rect">
            <a:avLst/>
          </a:prstGeom>
        </p:spPr>
        <p:txBody>
          <a:bodyPr/>
          <a:lstStyle>
            <a:lvl1pPr>
              <a:defRPr>
                <a:solidFill>
                  <a:schemeClr val="bg1"/>
                </a:solidFill>
              </a:defRPr>
            </a:lvl1pPr>
          </a:lstStyle>
          <a:p>
            <a:r>
              <a:rPr lang="it-IT" dirty="0"/>
              <a:t>Fare clic per modificare lo stile del titolo</a:t>
            </a:r>
          </a:p>
        </p:txBody>
      </p:sp>
      <p:sp>
        <p:nvSpPr>
          <p:cNvPr id="6" name="Segnaposto testo 13">
            <a:extLst>
              <a:ext uri="{FF2B5EF4-FFF2-40B4-BE49-F238E27FC236}">
                <a16:creationId xmlns:a16="http://schemas.microsoft.com/office/drawing/2014/main" id="{1D13A2E7-1F45-2252-AAE6-76F193D9D508}"/>
              </a:ext>
            </a:extLst>
          </p:cNvPr>
          <p:cNvSpPr>
            <a:spLocks noGrp="1"/>
          </p:cNvSpPr>
          <p:nvPr>
            <p:ph type="body" sz="quarter" idx="10"/>
          </p:nvPr>
        </p:nvSpPr>
        <p:spPr>
          <a:xfrm>
            <a:off x="2935526" y="4741032"/>
            <a:ext cx="6320949" cy="758068"/>
          </a:xfrm>
        </p:spPr>
        <p:txBody>
          <a:bodyPr/>
          <a:lstStyle>
            <a:lvl1pPr marL="0" indent="0" algn="ctr">
              <a:buNone/>
              <a:defRPr>
                <a:solidFill>
                  <a:schemeClr val="bg1"/>
                </a:solidFill>
              </a:defRPr>
            </a:lvl1pPr>
          </a:lstStyle>
          <a:p>
            <a:pPr lvl="0"/>
            <a:r>
              <a:rPr lang="it-IT" dirty="0"/>
              <a:t>Modifica gli stili del testo dello schema</a:t>
            </a:r>
          </a:p>
        </p:txBody>
      </p:sp>
    </p:spTree>
    <p:extLst>
      <p:ext uri="{BB962C8B-B14F-4D97-AF65-F5344CB8AC3E}">
        <p14:creationId xmlns:p14="http://schemas.microsoft.com/office/powerpoint/2010/main" val="30693492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Titolo e testo verticale">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B4D642F2-5021-578D-0B5A-F0C9826C5601}"/>
              </a:ext>
            </a:extLst>
          </p:cNvPr>
          <p:cNvSpPr>
            <a:spLocks noGrp="1" noRot="1" noMove="1" noResize="1" noEditPoints="1" noAdjustHandles="1" noChangeArrowheads="1" noChangeShapeType="1"/>
          </p:cNvSpPr>
          <p:nvPr userDrawn="1"/>
        </p:nvSpPr>
        <p:spPr bwMode="auto">
          <a:xfrm>
            <a:off x="-1" y="0"/>
            <a:ext cx="12192001" cy="1138767"/>
          </a:xfrm>
          <a:prstGeom prst="rect">
            <a:avLst/>
          </a:prstGeom>
          <a:solidFill>
            <a:srgbClr val="AA0004"/>
          </a:solidFill>
          <a:ln w="9525">
            <a:noFill/>
            <a:miter lim="800000"/>
            <a:headEnd/>
            <a:tailEnd/>
          </a:ln>
        </p:spPr>
        <p:txBody>
          <a:bodyPr wrap="none" lIns="72000" rIns="360000"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r" eaLnBrk="1" hangingPunct="1">
              <a:defRPr/>
            </a:pPr>
            <a:endParaRPr lang="it-IT" altLang="it-IT" sz="2400" dirty="0">
              <a:solidFill>
                <a:schemeClr val="bg1"/>
              </a:solidFill>
            </a:endParaRPr>
          </a:p>
        </p:txBody>
      </p:sp>
      <p:sp>
        <p:nvSpPr>
          <p:cNvPr id="9" name="Titolo 1">
            <a:extLst>
              <a:ext uri="{FF2B5EF4-FFF2-40B4-BE49-F238E27FC236}">
                <a16:creationId xmlns:a16="http://schemas.microsoft.com/office/drawing/2014/main" id="{3A4080AB-402D-FB91-8F6E-E1F4FB36C74D}"/>
              </a:ext>
            </a:extLst>
          </p:cNvPr>
          <p:cNvSpPr>
            <a:spLocks noGrp="1"/>
          </p:cNvSpPr>
          <p:nvPr>
            <p:ph type="title"/>
          </p:nvPr>
        </p:nvSpPr>
        <p:spPr>
          <a:xfrm>
            <a:off x="456000" y="1153221"/>
            <a:ext cx="11736000" cy="1188000"/>
          </a:xfrm>
        </p:spPr>
        <p:txBody>
          <a:bodyPr>
            <a:normAutofit/>
          </a:bodyPr>
          <a:lstStyle>
            <a:lvl1pPr>
              <a:defRPr sz="3600" b="1">
                <a:latin typeface="Arial" panose="020B0604020202020204" pitchFamily="34" charset="0"/>
                <a:cs typeface="Arial" panose="020B0604020202020204" pitchFamily="34" charset="0"/>
              </a:defRPr>
            </a:lvl1pPr>
          </a:lstStyle>
          <a:p>
            <a:endParaRPr lang="it-IT" dirty="0"/>
          </a:p>
        </p:txBody>
      </p:sp>
      <p:sp>
        <p:nvSpPr>
          <p:cNvPr id="3" name="Segnaposto contenuto 2"/>
          <p:cNvSpPr>
            <a:spLocks noGrp="1"/>
          </p:cNvSpPr>
          <p:nvPr>
            <p:ph sz="quarter" idx="10" hasCustomPrompt="1"/>
          </p:nvPr>
        </p:nvSpPr>
        <p:spPr>
          <a:xfrm>
            <a:off x="6179127" y="2592996"/>
            <a:ext cx="5663346" cy="3859558"/>
          </a:xfrm>
        </p:spPr>
        <p:txBody>
          <a:bodyPr/>
          <a:lstStyle>
            <a:lvl1pPr marL="0" indent="0">
              <a:buNone/>
              <a:defRPr baseline="0"/>
            </a:lvl1pPr>
          </a:lstStyle>
          <a:p>
            <a:pPr lvl="0"/>
            <a:r>
              <a:rPr lang="it-IT" dirty="0"/>
              <a:t>Inserire testo</a:t>
            </a:r>
          </a:p>
        </p:txBody>
      </p:sp>
      <p:sp>
        <p:nvSpPr>
          <p:cNvPr id="11" name="Segnaposto contenuto 2"/>
          <p:cNvSpPr>
            <a:spLocks noGrp="1"/>
          </p:cNvSpPr>
          <p:nvPr>
            <p:ph sz="quarter" idx="11" hasCustomPrompt="1"/>
          </p:nvPr>
        </p:nvSpPr>
        <p:spPr>
          <a:xfrm>
            <a:off x="1215640" y="2592996"/>
            <a:ext cx="3781233" cy="1794277"/>
          </a:xfrm>
        </p:spPr>
        <p:txBody>
          <a:bodyPr/>
          <a:lstStyle>
            <a:lvl1pPr marL="0" indent="0">
              <a:buNone/>
              <a:defRPr baseline="0"/>
            </a:lvl1pPr>
          </a:lstStyle>
          <a:p>
            <a:pPr lvl="0"/>
            <a:r>
              <a:rPr lang="it-IT" dirty="0"/>
              <a:t>Inserire testo</a:t>
            </a:r>
          </a:p>
        </p:txBody>
      </p:sp>
      <p:sp>
        <p:nvSpPr>
          <p:cNvPr id="12" name="Segnaposto contenuto 2"/>
          <p:cNvSpPr>
            <a:spLocks noGrp="1"/>
          </p:cNvSpPr>
          <p:nvPr>
            <p:ph sz="quarter" idx="12" hasCustomPrompt="1"/>
          </p:nvPr>
        </p:nvSpPr>
        <p:spPr>
          <a:xfrm>
            <a:off x="1215640" y="4777396"/>
            <a:ext cx="3781234" cy="1794277"/>
          </a:xfrm>
        </p:spPr>
        <p:txBody>
          <a:bodyPr/>
          <a:lstStyle>
            <a:lvl1pPr marL="0" indent="0">
              <a:buNone/>
              <a:defRPr baseline="0"/>
            </a:lvl1pPr>
          </a:lstStyle>
          <a:p>
            <a:pPr lvl="0"/>
            <a:r>
              <a:rPr lang="it-IT" dirty="0"/>
              <a:t>Inserire testo</a:t>
            </a:r>
          </a:p>
        </p:txBody>
      </p:sp>
      <p:pic>
        <p:nvPicPr>
          <p:cNvPr id="4" name="Immagine 3">
            <a:extLst>
              <a:ext uri="{FF2B5EF4-FFF2-40B4-BE49-F238E27FC236}">
                <a16:creationId xmlns:a16="http://schemas.microsoft.com/office/drawing/2014/main" id="{71A703DA-C362-E452-CF6A-3D365299A249}"/>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456000" y="147563"/>
            <a:ext cx="1885998" cy="843049"/>
          </a:xfrm>
          <a:prstGeom prst="rect">
            <a:avLst/>
          </a:prstGeom>
        </p:spPr>
      </p:pic>
    </p:spTree>
    <p:extLst>
      <p:ext uri="{BB962C8B-B14F-4D97-AF65-F5344CB8AC3E}">
        <p14:creationId xmlns:p14="http://schemas.microsoft.com/office/powerpoint/2010/main" val="20288082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olo e testo verticale">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383B4F46-4564-BD98-9A70-890134ABAB89}"/>
              </a:ext>
            </a:extLst>
          </p:cNvPr>
          <p:cNvSpPr>
            <a:spLocks noGrp="1" noRot="1" noMove="1" noResize="1" noEditPoints="1" noAdjustHandles="1" noChangeArrowheads="1" noChangeShapeType="1"/>
          </p:cNvSpPr>
          <p:nvPr userDrawn="1"/>
        </p:nvSpPr>
        <p:spPr bwMode="auto">
          <a:xfrm>
            <a:off x="0" y="0"/>
            <a:ext cx="12192000" cy="6858000"/>
          </a:xfrm>
          <a:prstGeom prst="rect">
            <a:avLst/>
          </a:prstGeom>
          <a:solidFill>
            <a:srgbClr val="AA0004"/>
          </a:solidFill>
          <a:ln>
            <a:noFill/>
          </a:ln>
        </p:spPr>
        <p:txBody>
          <a:bodyPr wrap="none" rIns="360000" anchor="ct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algn="r" eaLnBrk="1" hangingPunct="1">
              <a:defRPr/>
            </a:pPr>
            <a:endParaRPr lang="it-IT" altLang="it-IT" sz="2400" dirty="0">
              <a:solidFill>
                <a:schemeClr val="bg1"/>
              </a:solidFill>
            </a:endParaRPr>
          </a:p>
        </p:txBody>
      </p:sp>
      <p:pic>
        <p:nvPicPr>
          <p:cNvPr id="8" name="Immagine 6">
            <a:extLst>
              <a:ext uri="{FF2B5EF4-FFF2-40B4-BE49-F238E27FC236}">
                <a16:creationId xmlns:a16="http://schemas.microsoft.com/office/drawing/2014/main" id="{38BF697F-4C3F-B44D-F6C6-3D1E0DC6197A}"/>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bwMode="auto">
          <a:xfrm>
            <a:off x="3501098" y="2269067"/>
            <a:ext cx="5189805" cy="2319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4562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yout personalizza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data 2"/>
          <p:cNvSpPr>
            <a:spLocks noGrp="1"/>
          </p:cNvSpPr>
          <p:nvPr>
            <p:ph type="dt" sz="half" idx="10"/>
          </p:nvPr>
        </p:nvSpPr>
        <p:spPr/>
        <p:txBody>
          <a:bodyPr/>
          <a:lstStyle/>
          <a:p>
            <a:fld id="{800F70D6-0EEB-48B5-B03E-48E409845EC4}" type="datetimeFigureOut">
              <a:rPr lang="it-IT" smtClean="0"/>
              <a:t>22/06/2026</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2853EDDF-5A9A-47DE-A5A9-DE053ED61E9B}" type="slidenum">
              <a:rPr lang="it-IT" smtClean="0"/>
              <a:t>‹N›</a:t>
            </a:fld>
            <a:endParaRPr lang="it-IT"/>
          </a:p>
        </p:txBody>
      </p:sp>
    </p:spTree>
    <p:extLst>
      <p:ext uri="{BB962C8B-B14F-4D97-AF65-F5344CB8AC3E}">
        <p14:creationId xmlns:p14="http://schemas.microsoft.com/office/powerpoint/2010/main" val="2306704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C8C73D6B-3B98-0B4D-3839-170A9073C5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D212E685-16F2-CD57-8F24-94C80A592C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90F94EB-D8FF-46BD-0EB1-02B9720A48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0F70D6-0EEB-48B5-B03E-48E409845EC4}" type="datetimeFigureOut">
              <a:rPr lang="it-IT" smtClean="0"/>
              <a:t>22/06/2026</a:t>
            </a:fld>
            <a:endParaRPr lang="it-IT"/>
          </a:p>
        </p:txBody>
      </p:sp>
      <p:sp>
        <p:nvSpPr>
          <p:cNvPr id="5" name="Segnaposto piè di pagina 4">
            <a:extLst>
              <a:ext uri="{FF2B5EF4-FFF2-40B4-BE49-F238E27FC236}">
                <a16:creationId xmlns:a16="http://schemas.microsoft.com/office/drawing/2014/main" id="{65E05C7A-E8F9-1686-FBF1-6D0625EB7D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6F7E8887-8F71-A9F3-4692-499C4365B0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53EDDF-5A9A-47DE-A5A9-DE053ED61E9B}" type="slidenum">
              <a:rPr lang="it-IT" smtClean="0"/>
              <a:t>‹N›</a:t>
            </a:fld>
            <a:endParaRPr lang="it-IT"/>
          </a:p>
        </p:txBody>
      </p:sp>
    </p:spTree>
    <p:extLst>
      <p:ext uri="{BB962C8B-B14F-4D97-AF65-F5344CB8AC3E}">
        <p14:creationId xmlns:p14="http://schemas.microsoft.com/office/powerpoint/2010/main" val="33445703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59" r:id="rId11"/>
    <p:sldLayoutId id="2147483658" r:id="rId12"/>
    <p:sldLayoutId id="2147483698"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1.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10B755A-178B-294C-A4BF-51D43D1E28A4}"/>
              </a:ext>
            </a:extLst>
          </p:cNvPr>
          <p:cNvSpPr>
            <a:spLocks noGrp="1"/>
          </p:cNvSpPr>
          <p:nvPr>
            <p:ph type="ctrTitle"/>
          </p:nvPr>
        </p:nvSpPr>
        <p:spPr/>
        <p:txBody>
          <a:bodyPr>
            <a:normAutofit/>
          </a:bodyPr>
          <a:lstStyle/>
          <a:p>
            <a:pPr algn="ctr"/>
            <a:br>
              <a:rPr lang="it-IT" altLang="it-IT" sz="6000" dirty="0"/>
            </a:br>
            <a:endParaRPr lang="en-US" altLang="it-IT" sz="2700" dirty="0"/>
          </a:p>
        </p:txBody>
      </p:sp>
      <p:sp>
        <p:nvSpPr>
          <p:cNvPr id="4" name="Rectangle 3"/>
          <p:cNvSpPr>
            <a:spLocks noChangeArrowheads="1"/>
          </p:cNvSpPr>
          <p:nvPr/>
        </p:nvSpPr>
        <p:spPr bwMode="auto">
          <a:xfrm>
            <a:off x="0" y="3285951"/>
            <a:ext cx="12192000" cy="357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100">
                <a:solidFill>
                  <a:schemeClr val="tx1"/>
                </a:solidFill>
                <a:latin typeface="Arial" panose="020B0604020202020204" pitchFamily="34" charset="0"/>
              </a:defRPr>
            </a:lvl1pPr>
            <a:lvl2pPr marL="742950" indent="-285750">
              <a:spcBef>
                <a:spcPct val="20000"/>
              </a:spcBef>
              <a:buChar char="–"/>
              <a:defRPr sz="19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lgn="ctr" eaLnBrk="1" hangingPunct="1">
              <a:spcBef>
                <a:spcPct val="0"/>
              </a:spcBef>
              <a:buFontTx/>
              <a:buNone/>
            </a:pPr>
            <a:endParaRPr lang="it-IT" altLang="it-IT" sz="2400" dirty="0">
              <a:solidFill>
                <a:schemeClr val="bg1"/>
              </a:solidFill>
            </a:endParaRPr>
          </a:p>
          <a:p>
            <a:pPr algn="ctr">
              <a:spcBef>
                <a:spcPct val="0"/>
              </a:spcBef>
              <a:buNone/>
            </a:pPr>
            <a:r>
              <a:rPr lang="it-IT" sz="3600" dirty="0">
                <a:solidFill>
                  <a:schemeClr val="bg1"/>
                </a:solidFill>
              </a:rPr>
              <a:t>Producer-(single) consumer </a:t>
            </a:r>
            <a:r>
              <a:rPr lang="it-IT" sz="3600" dirty="0" err="1">
                <a:solidFill>
                  <a:schemeClr val="bg1"/>
                </a:solidFill>
              </a:rPr>
              <a:t>program</a:t>
            </a:r>
            <a:endParaRPr lang="it-IT" sz="3600" dirty="0">
              <a:solidFill>
                <a:schemeClr val="bg1"/>
              </a:solidFill>
            </a:endParaRPr>
          </a:p>
          <a:p>
            <a:pPr algn="ctr">
              <a:spcBef>
                <a:spcPct val="0"/>
              </a:spcBef>
              <a:buNone/>
            </a:pPr>
            <a:r>
              <a:rPr lang="it-IT" sz="3600" dirty="0">
                <a:solidFill>
                  <a:schemeClr val="bg1"/>
                </a:solidFill>
              </a:rPr>
              <a:t>with </a:t>
            </a:r>
            <a:r>
              <a:rPr lang="it-IT" sz="3600" dirty="0" err="1">
                <a:solidFill>
                  <a:schemeClr val="bg1"/>
                </a:solidFill>
              </a:rPr>
              <a:t>dynamic</a:t>
            </a:r>
            <a:r>
              <a:rPr lang="it-IT" sz="3600" dirty="0">
                <a:solidFill>
                  <a:schemeClr val="bg1"/>
                </a:solidFill>
              </a:rPr>
              <a:t> </a:t>
            </a:r>
            <a:r>
              <a:rPr lang="it-IT" sz="3600" dirty="0" err="1">
                <a:solidFill>
                  <a:schemeClr val="bg1"/>
                </a:solidFill>
              </a:rPr>
              <a:t>message</a:t>
            </a:r>
            <a:r>
              <a:rPr lang="it-IT" sz="3600" dirty="0">
                <a:solidFill>
                  <a:schemeClr val="bg1"/>
                </a:solidFill>
              </a:rPr>
              <a:t> rate </a:t>
            </a:r>
            <a:r>
              <a:rPr lang="it-IT" sz="3600" dirty="0" err="1">
                <a:solidFill>
                  <a:schemeClr val="bg1"/>
                </a:solidFill>
              </a:rPr>
              <a:t>adjustment</a:t>
            </a:r>
            <a:endParaRPr lang="en-US" altLang="it-IT" sz="3600" dirty="0">
              <a:solidFill>
                <a:schemeClr val="bg1"/>
              </a:solidFill>
            </a:endParaRPr>
          </a:p>
          <a:p>
            <a:pPr algn="ctr" eaLnBrk="1" hangingPunct="1">
              <a:spcBef>
                <a:spcPct val="0"/>
              </a:spcBef>
              <a:buFontTx/>
              <a:buNone/>
            </a:pPr>
            <a:endParaRPr lang="it-IT" altLang="it-IT" sz="3200" dirty="0">
              <a:solidFill>
                <a:schemeClr val="bg1"/>
              </a:solidFill>
            </a:endParaRPr>
          </a:p>
          <a:p>
            <a:pPr algn="ctr" eaLnBrk="1" hangingPunct="1">
              <a:spcBef>
                <a:spcPct val="0"/>
              </a:spcBef>
              <a:buFontTx/>
              <a:buNone/>
            </a:pPr>
            <a:r>
              <a:rPr lang="it-IT" altLang="it-IT" sz="2800" dirty="0">
                <a:solidFill>
                  <a:schemeClr val="bg1"/>
                </a:solidFill>
              </a:rPr>
              <a:t>Gibellato Giulia</a:t>
            </a:r>
          </a:p>
          <a:p>
            <a:pPr algn="ctr" eaLnBrk="1" hangingPunct="1">
              <a:spcBef>
                <a:spcPct val="0"/>
              </a:spcBef>
              <a:buFontTx/>
              <a:buNone/>
            </a:pPr>
            <a:endParaRPr lang="en-US" altLang="it-IT" sz="1000" b="0" dirty="0">
              <a:solidFill>
                <a:schemeClr val="bg1"/>
              </a:solidFill>
            </a:endParaRPr>
          </a:p>
          <a:p>
            <a:pPr algn="ctr" eaLnBrk="1" hangingPunct="1">
              <a:spcBef>
                <a:spcPts val="600"/>
              </a:spcBef>
              <a:buFontTx/>
              <a:buNone/>
            </a:pPr>
            <a:r>
              <a:rPr lang="it-IT" altLang="it-IT" sz="2400" dirty="0">
                <a:solidFill>
                  <a:schemeClr val="bg1"/>
                </a:solidFill>
              </a:rPr>
              <a:t>24-06-2026</a:t>
            </a:r>
            <a:endParaRPr lang="en-US" altLang="it-IT" sz="2400" b="0" dirty="0">
              <a:solidFill>
                <a:schemeClr val="bg1"/>
              </a:solidFill>
            </a:endParaRPr>
          </a:p>
        </p:txBody>
      </p:sp>
    </p:spTree>
    <p:extLst>
      <p:ext uri="{BB962C8B-B14F-4D97-AF65-F5344CB8AC3E}">
        <p14:creationId xmlns:p14="http://schemas.microsoft.com/office/powerpoint/2010/main" val="55148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egnaposto contenuto 7"/>
          <p:cNvSpPr>
            <a:spLocks noGrp="1"/>
          </p:cNvSpPr>
          <p:nvPr>
            <p:ph sz="quarter" idx="10"/>
          </p:nvPr>
        </p:nvSpPr>
        <p:spPr>
          <a:xfrm>
            <a:off x="602901" y="1557495"/>
            <a:ext cx="10733339" cy="4907093"/>
          </a:xfrm>
        </p:spPr>
        <p:txBody>
          <a:bodyPr>
            <a:normAutofit/>
          </a:bodyPr>
          <a:lstStyle/>
          <a:p>
            <a:pPr marL="457200" indent="-457200">
              <a:buFont typeface="Arial" panose="020B0604020202020204" pitchFamily="34" charset="0"/>
              <a:buChar char="•"/>
            </a:pPr>
            <a:r>
              <a:rPr lang="it-IT" dirty="0">
                <a:latin typeface="Arial" panose="020B0604020202020204" pitchFamily="34" charset="0"/>
                <a:ea typeface="Verdana" panose="020B0604030504040204" pitchFamily="34" charset="0"/>
              </a:rPr>
              <a:t>Producer-Consumer </a:t>
            </a:r>
            <a:r>
              <a:rPr lang="it-IT" dirty="0" err="1">
                <a:latin typeface="Arial" panose="020B0604020202020204" pitchFamily="34" charset="0"/>
                <a:ea typeface="Verdana" panose="020B0604030504040204" pitchFamily="34" charset="0"/>
              </a:rPr>
              <a:t>is</a:t>
            </a:r>
            <a:r>
              <a:rPr lang="it-IT" dirty="0">
                <a:latin typeface="Arial" panose="020B0604020202020204" pitchFamily="34" charset="0"/>
                <a:ea typeface="Verdana" panose="020B0604030504040204" pitchFamily="34" charset="0"/>
              </a:rPr>
              <a:t> a design pattern </a:t>
            </a:r>
            <a:r>
              <a:rPr lang="it-IT" dirty="0" err="1">
                <a:latin typeface="Arial" panose="020B0604020202020204" pitchFamily="34" charset="0"/>
                <a:ea typeface="Verdana" panose="020B0604030504040204" pitchFamily="34" charset="0"/>
              </a:rPr>
              <a:t>that</a:t>
            </a:r>
            <a:r>
              <a:rPr lang="it-IT" dirty="0">
                <a:latin typeface="Arial" panose="020B0604020202020204" pitchFamily="34" charset="0"/>
                <a:ea typeface="Verdana" panose="020B0604030504040204" pitchFamily="34" charset="0"/>
              </a:rPr>
              <a:t> can be </a:t>
            </a:r>
            <a:r>
              <a:rPr lang="it-IT" dirty="0" err="1">
                <a:latin typeface="Arial" panose="020B0604020202020204" pitchFamily="34" charset="0"/>
                <a:ea typeface="Verdana" panose="020B0604030504040204" pitchFamily="34" charset="0"/>
              </a:rPr>
              <a:t>found</a:t>
            </a:r>
            <a:r>
              <a:rPr lang="it-IT" dirty="0">
                <a:latin typeface="Arial" panose="020B0604020202020204" pitchFamily="34" charset="0"/>
                <a:ea typeface="Verdana" panose="020B0604030504040204" pitchFamily="34" charset="0"/>
              </a:rPr>
              <a:t> in </a:t>
            </a:r>
            <a:r>
              <a:rPr lang="it-IT" dirty="0" err="1">
                <a:latin typeface="Arial" panose="020B0604020202020204" pitchFamily="34" charset="0"/>
                <a:ea typeface="Verdana" panose="020B0604030504040204" pitchFamily="34" charset="0"/>
              </a:rPr>
              <a:t>different</a:t>
            </a:r>
            <a:r>
              <a:rPr lang="it-IT" dirty="0">
                <a:latin typeface="Arial" panose="020B0604020202020204" pitchFamily="34" charset="0"/>
                <a:ea typeface="Verdana" panose="020B0604030504040204" pitchFamily="34" charset="0"/>
              </a:rPr>
              <a:t> systems.</a:t>
            </a:r>
          </a:p>
          <a:p>
            <a:pPr marL="457200" indent="-457200">
              <a:buFont typeface="Arial" panose="020B0604020202020204" pitchFamily="34" charset="0"/>
              <a:buChar char="•"/>
            </a:pPr>
            <a:endParaRPr lang="it-IT" dirty="0">
              <a:latin typeface="Arial" panose="020B0604020202020204" pitchFamily="34" charset="0"/>
              <a:ea typeface="Verdana" panose="020B0604030504040204" pitchFamily="34" charset="0"/>
            </a:endParaRPr>
          </a:p>
          <a:p>
            <a:pPr marL="457200" indent="-457200">
              <a:buFont typeface="Arial" panose="020B0604020202020204" pitchFamily="34" charset="0"/>
              <a:buChar char="•"/>
            </a:pPr>
            <a:r>
              <a:rPr lang="it-IT" dirty="0">
                <a:latin typeface="Arial" panose="020B0604020202020204" pitchFamily="34" charset="0"/>
                <a:ea typeface="Verdana" panose="020B0604030504040204" pitchFamily="34" charset="0"/>
              </a:rPr>
              <a:t>The producer </a:t>
            </a:r>
            <a:r>
              <a:rPr lang="it-IT" dirty="0" err="1">
                <a:latin typeface="Arial" panose="020B0604020202020204" pitchFamily="34" charset="0"/>
                <a:ea typeface="Verdana" panose="020B0604030504040204" pitchFamily="34" charset="0"/>
              </a:rPr>
              <a:t>is</a:t>
            </a:r>
            <a:r>
              <a:rPr lang="it-IT" dirty="0">
                <a:latin typeface="Arial" panose="020B0604020202020204" pitchFamily="34" charset="0"/>
                <a:ea typeface="Verdana" panose="020B0604030504040204" pitchFamily="34" charset="0"/>
              </a:rPr>
              <a:t> a task </a:t>
            </a:r>
            <a:r>
              <a:rPr lang="it-IT" dirty="0" err="1">
                <a:latin typeface="Arial" panose="020B0604020202020204" pitchFamily="34" charset="0"/>
                <a:ea typeface="Verdana" panose="020B0604030504040204" pitchFamily="34" charset="0"/>
              </a:rPr>
              <a:t>that</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produces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something</a:t>
            </a:r>
            <a:r>
              <a:rPr lang="it-IT" dirty="0">
                <a:latin typeface="Arial" panose="020B0604020202020204" pitchFamily="34" charset="0"/>
                <a:ea typeface="Verdana" panose="020B0604030504040204" pitchFamily="34" charset="0"/>
              </a:rPr>
              <a:t>.</a:t>
            </a:r>
          </a:p>
          <a:p>
            <a:pPr marL="457200" indent="-457200">
              <a:buFont typeface="Arial" panose="020B0604020202020204" pitchFamily="34" charset="0"/>
              <a:buChar char="•"/>
            </a:pPr>
            <a:endParaRPr lang="it-IT" dirty="0">
              <a:latin typeface="Arial" panose="020B0604020202020204" pitchFamily="34" charset="0"/>
              <a:ea typeface="Verdana" panose="020B0604030504040204" pitchFamily="34" charset="0"/>
            </a:endParaRPr>
          </a:p>
          <a:p>
            <a:pPr marL="457200" indent="-457200">
              <a:buFont typeface="Arial" panose="020B0604020202020204" pitchFamily="34" charset="0"/>
              <a:buChar char="•"/>
            </a:pPr>
            <a:r>
              <a:rPr lang="it-IT" dirty="0">
                <a:latin typeface="Arial" panose="020B0604020202020204" pitchFamily="34" charset="0"/>
                <a:ea typeface="Verdana" panose="020B0604030504040204" pitchFamily="34" charset="0"/>
              </a:rPr>
              <a:t>The consumer </a:t>
            </a:r>
            <a:r>
              <a:rPr lang="it-IT" dirty="0" err="1">
                <a:latin typeface="Arial" panose="020B0604020202020204" pitchFamily="34" charset="0"/>
                <a:ea typeface="Verdana" panose="020B0604030504040204" pitchFamily="34" charset="0"/>
              </a:rPr>
              <a:t>is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another</a:t>
            </a:r>
            <a:r>
              <a:rPr lang="it-IT" dirty="0">
                <a:latin typeface="Arial" panose="020B0604020202020204" pitchFamily="34" charset="0"/>
                <a:ea typeface="Verdana" panose="020B0604030504040204" pitchFamily="34" charset="0"/>
              </a:rPr>
              <a:t> task </a:t>
            </a:r>
            <a:r>
              <a:rPr lang="it-IT" dirty="0" err="1">
                <a:latin typeface="Arial" panose="020B0604020202020204" pitchFamily="34" charset="0"/>
                <a:ea typeface="Verdana" panose="020B0604030504040204" pitchFamily="34" charset="0"/>
              </a:rPr>
              <a:t>that</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consumes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what</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has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been</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produced</a:t>
            </a:r>
            <a:r>
              <a:rPr lang="it-IT" dirty="0">
                <a:latin typeface="Arial" panose="020B0604020202020204" pitchFamily="34" charset="0"/>
                <a:ea typeface="Verdana" panose="020B0604030504040204" pitchFamily="34" charset="0"/>
              </a:rPr>
              <a:t>.</a:t>
            </a:r>
          </a:p>
          <a:p>
            <a:pPr marL="457200" indent="-457200">
              <a:buFont typeface="Arial" panose="020B0604020202020204" pitchFamily="34" charset="0"/>
              <a:buChar char="•"/>
            </a:pPr>
            <a:endParaRPr lang="it-IT" dirty="0">
              <a:latin typeface="Arial" panose="020B0604020202020204" pitchFamily="34" charset="0"/>
              <a:ea typeface="Verdana" panose="020B0604030504040204" pitchFamily="34" charset="0"/>
            </a:endParaRPr>
          </a:p>
          <a:p>
            <a:pPr marL="457200" indent="-457200">
              <a:buFont typeface="Arial" panose="020B0604020202020204" pitchFamily="34" charset="0"/>
              <a:buChar char="•"/>
            </a:pPr>
            <a:r>
              <a:rPr lang="it-IT" dirty="0">
                <a:latin typeface="Arial" panose="020B0604020202020204" pitchFamily="34" charset="0"/>
                <a:ea typeface="Verdana" panose="020B0604030504040204" pitchFamily="34" charset="0"/>
              </a:rPr>
              <a:t>Both tasks </a:t>
            </a:r>
            <a:r>
              <a:rPr lang="it-IT" dirty="0" err="1">
                <a:latin typeface="Arial" panose="020B0604020202020204" pitchFamily="34" charset="0"/>
                <a:ea typeface="Verdana" panose="020B0604030504040204" pitchFamily="34" charset="0"/>
              </a:rPr>
              <a:t>have</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been</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implemented</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as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threads</a:t>
            </a:r>
            <a:r>
              <a:rPr lang="it-IT" dirty="0">
                <a:latin typeface="Arial" panose="020B0604020202020204" pitchFamily="34" charset="0"/>
                <a:ea typeface="Verdana" panose="020B0604030504040204" pitchFamily="34" charset="0"/>
              </a:rPr>
              <a:t>.</a:t>
            </a:r>
          </a:p>
          <a:p>
            <a:pPr marL="457200" indent="-457200">
              <a:buFont typeface="Arial" panose="020B0604020202020204" pitchFamily="34" charset="0"/>
              <a:buChar char="•"/>
            </a:pPr>
            <a:endParaRPr lang="it-IT" dirty="0">
              <a:latin typeface="Arial" panose="020B0604020202020204" pitchFamily="34" charset="0"/>
              <a:ea typeface="Verdana" panose="020B0604030504040204" pitchFamily="34" charset="0"/>
            </a:endParaRPr>
          </a:p>
        </p:txBody>
      </p:sp>
      <p:sp>
        <p:nvSpPr>
          <p:cNvPr id="7" name="Titolo 1"/>
          <p:cNvSpPr>
            <a:spLocks noGrp="1"/>
          </p:cNvSpPr>
          <p:nvPr>
            <p:ph type="title"/>
          </p:nvPr>
        </p:nvSpPr>
        <p:spPr>
          <a:xfrm>
            <a:off x="2886692" y="340220"/>
            <a:ext cx="9305308" cy="471341"/>
          </a:xfrm>
        </p:spPr>
        <p:txBody>
          <a:bodyPr>
            <a:normAutofit fontScale="90000"/>
          </a:bodyPr>
          <a:lstStyle/>
          <a:p>
            <a:r>
              <a:rPr lang="en-US" dirty="0">
                <a:solidFill>
                  <a:schemeClr val="bg1"/>
                </a:solidFill>
              </a:rPr>
              <a:t>Producer-Consumer</a:t>
            </a:r>
          </a:p>
        </p:txBody>
      </p:sp>
    </p:spTree>
    <p:extLst>
      <p:ext uri="{BB962C8B-B14F-4D97-AF65-F5344CB8AC3E}">
        <p14:creationId xmlns:p14="http://schemas.microsoft.com/office/powerpoint/2010/main" val="64139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D5363-6CE0-3A32-4253-F38980C08282}"/>
            </a:ext>
          </a:extLst>
        </p:cNvPr>
        <p:cNvGrpSpPr/>
        <p:nvPr/>
      </p:nvGrpSpPr>
      <p:grpSpPr>
        <a:xfrm>
          <a:off x="0" y="0"/>
          <a:ext cx="0" cy="0"/>
          <a:chOff x="0" y="0"/>
          <a:chExt cx="0" cy="0"/>
        </a:xfrm>
      </p:grpSpPr>
      <p:sp>
        <p:nvSpPr>
          <p:cNvPr id="8" name="Segnaposto contenuto 7">
            <a:extLst>
              <a:ext uri="{FF2B5EF4-FFF2-40B4-BE49-F238E27FC236}">
                <a16:creationId xmlns:a16="http://schemas.microsoft.com/office/drawing/2014/main" id="{E020BE8B-C683-19D1-DF8F-6AEF63371E00}"/>
              </a:ext>
            </a:extLst>
          </p:cNvPr>
          <p:cNvSpPr>
            <a:spLocks noGrp="1"/>
          </p:cNvSpPr>
          <p:nvPr>
            <p:ph sz="quarter" idx="10"/>
          </p:nvPr>
        </p:nvSpPr>
        <p:spPr>
          <a:xfrm>
            <a:off x="602901" y="1557495"/>
            <a:ext cx="10733339" cy="4907093"/>
          </a:xfrm>
        </p:spPr>
        <p:txBody>
          <a:bodyPr>
            <a:normAutofit/>
          </a:bodyPr>
          <a:lstStyle/>
          <a:p>
            <a:pPr marL="457200" indent="-457200">
              <a:buFont typeface="Arial" panose="020B0604020202020204" pitchFamily="34" charset="0"/>
              <a:buChar char="•"/>
            </a:pPr>
            <a:r>
              <a:rPr lang="it-IT" dirty="0">
                <a:latin typeface="Arial" panose="020B0604020202020204" pitchFamily="34" charset="0"/>
                <a:ea typeface="Verdana" panose="020B0604030504040204" pitchFamily="34" charset="0"/>
              </a:rPr>
              <a:t>The producer and the consumer share data </a:t>
            </a:r>
            <a:r>
              <a:rPr lang="it-IT" dirty="0" err="1">
                <a:latin typeface="Arial" panose="020B0604020202020204" pitchFamily="34" charset="0"/>
                <a:ea typeface="Verdana" panose="020B0604030504040204" pitchFamily="34" charset="0"/>
              </a:rPr>
              <a:t>using</a:t>
            </a:r>
            <a:r>
              <a:rPr lang="it-IT" dirty="0">
                <a:latin typeface="Arial" panose="020B0604020202020204" pitchFamily="34" charset="0"/>
                <a:ea typeface="Verdana" panose="020B0604030504040204" pitchFamily="34" charset="0"/>
              </a:rPr>
              <a:t> a buffer, in </a:t>
            </a:r>
            <a:r>
              <a:rPr lang="it-IT" dirty="0" err="1">
                <a:latin typeface="Arial" panose="020B0604020202020204" pitchFamily="34" charset="0"/>
                <a:ea typeface="Verdana" panose="020B0604030504040204" pitchFamily="34" charset="0"/>
              </a:rPr>
              <a:t>particular</a:t>
            </a:r>
            <a:r>
              <a:rPr lang="it-IT" dirty="0">
                <a:latin typeface="Arial" panose="020B0604020202020204" pitchFamily="34" charset="0"/>
                <a:ea typeface="Verdana" panose="020B0604030504040204" pitchFamily="34" charset="0"/>
              </a:rPr>
              <a:t> a </a:t>
            </a:r>
            <a:r>
              <a:rPr lang="it-IT" dirty="0" err="1">
                <a:latin typeface="Arial" panose="020B0604020202020204" pitchFamily="34" charset="0"/>
                <a:ea typeface="Verdana" panose="020B0604030504040204" pitchFamily="34" charset="0"/>
              </a:rPr>
              <a:t>circular</a:t>
            </a:r>
            <a:r>
              <a:rPr lang="it-IT" dirty="0">
                <a:latin typeface="Arial" panose="020B0604020202020204" pitchFamily="34" charset="0"/>
                <a:ea typeface="Verdana" panose="020B0604030504040204" pitchFamily="34" charset="0"/>
              </a:rPr>
              <a:t> buffer </a:t>
            </a:r>
            <a:r>
              <a:rPr lang="it-IT" dirty="0" err="1">
                <a:latin typeface="Arial" panose="020B0604020202020204" pitchFamily="34" charset="0"/>
                <a:ea typeface="Verdana" panose="020B0604030504040204" pitchFamily="34" charset="0"/>
              </a:rPr>
              <a:t>called</a:t>
            </a:r>
            <a:r>
              <a:rPr lang="it-IT" dirty="0">
                <a:latin typeface="Arial" panose="020B0604020202020204" pitchFamily="34" charset="0"/>
                <a:ea typeface="Verdana" panose="020B0604030504040204" pitchFamily="34" charset="0"/>
              </a:rPr>
              <a:t> </a:t>
            </a:r>
            <a:r>
              <a:rPr lang="it-IT" i="1" dirty="0" err="1">
                <a:solidFill>
                  <a:srgbClr val="00B050"/>
                </a:solidFill>
                <a:latin typeface="Arial" panose="020B0604020202020204" pitchFamily="34" charset="0"/>
                <a:ea typeface="Verdana" panose="020B0604030504040204" pitchFamily="34" charset="0"/>
              </a:rPr>
              <a:t>prod_cons_buff</a:t>
            </a:r>
            <a:r>
              <a:rPr lang="it-IT" dirty="0">
                <a:latin typeface="Arial" panose="020B0604020202020204" pitchFamily="34" charset="0"/>
                <a:ea typeface="Verdana" panose="020B0604030504040204" pitchFamily="34" charset="0"/>
              </a:rPr>
              <a:t>.</a:t>
            </a:r>
          </a:p>
          <a:p>
            <a:pPr marL="457200" indent="-457200">
              <a:buFont typeface="Arial" panose="020B0604020202020204" pitchFamily="34" charset="0"/>
              <a:buChar char="•"/>
            </a:pPr>
            <a:endParaRPr lang="it-IT" dirty="0">
              <a:latin typeface="Arial" panose="020B0604020202020204" pitchFamily="34" charset="0"/>
              <a:ea typeface="Verdana" panose="020B0604030504040204" pitchFamily="34" charset="0"/>
            </a:endParaRPr>
          </a:p>
          <a:p>
            <a:pPr marL="457200" indent="-457200">
              <a:buFont typeface="Arial" panose="020B0604020202020204" pitchFamily="34" charset="0"/>
              <a:buChar char="•"/>
            </a:pPr>
            <a:r>
              <a:rPr lang="it-IT" dirty="0" err="1">
                <a:latin typeface="Arial" panose="020B0604020202020204" pitchFamily="34" charset="0"/>
                <a:ea typeface="Verdana" panose="020B0604030504040204" pitchFamily="34" charset="0"/>
              </a:rPr>
              <a:t>This</a:t>
            </a:r>
            <a:r>
              <a:rPr lang="it-IT" dirty="0">
                <a:latin typeface="Arial" panose="020B0604020202020204" pitchFamily="34" charset="0"/>
                <a:ea typeface="Verdana" panose="020B0604030504040204" pitchFamily="34" charset="0"/>
              </a:rPr>
              <a:t> buffer </a:t>
            </a:r>
            <a:r>
              <a:rPr lang="it-IT" dirty="0" err="1">
                <a:latin typeface="Arial" panose="020B0604020202020204" pitchFamily="34" charset="0"/>
                <a:ea typeface="Verdana" panose="020B0604030504040204" pitchFamily="34" charset="0"/>
              </a:rPr>
              <a:t>is</a:t>
            </a:r>
            <a:r>
              <a:rPr lang="it-IT" dirty="0">
                <a:latin typeface="Arial" panose="020B0604020202020204" pitchFamily="34" charset="0"/>
                <a:ea typeface="Verdana" panose="020B0604030504040204" pitchFamily="34" charset="0"/>
              </a:rPr>
              <a:t> a </a:t>
            </a:r>
            <a:r>
              <a:rPr lang="it-IT" dirty="0" err="1">
                <a:latin typeface="Arial" panose="020B0604020202020204" pitchFamily="34" charset="0"/>
                <a:ea typeface="Verdana" panose="020B0604030504040204" pitchFamily="34" charset="0"/>
              </a:rPr>
              <a:t>shared</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structure</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indeed</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it</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has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been</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implemented</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as</a:t>
            </a:r>
            <a:r>
              <a:rPr lang="it-IT" dirty="0">
                <a:latin typeface="Arial" panose="020B0604020202020204" pitchFamily="34" charset="0"/>
                <a:ea typeface="Verdana" panose="020B0604030504040204" pitchFamily="34" charset="0"/>
              </a:rPr>
              <a:t> a global </a:t>
            </a:r>
            <a:r>
              <a:rPr lang="it-IT" dirty="0" err="1">
                <a:latin typeface="Arial" panose="020B0604020202020204" pitchFamily="34" charset="0"/>
                <a:ea typeface="Verdana" panose="020B0604030504040204" pitchFamily="34" charset="0"/>
              </a:rPr>
              <a:t>variable</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that</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both</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threads</a:t>
            </a:r>
            <a:r>
              <a:rPr lang="it-IT" dirty="0">
                <a:latin typeface="Arial" panose="020B0604020202020204" pitchFamily="34" charset="0"/>
                <a:ea typeface="Verdana" panose="020B0604030504040204" pitchFamily="34" charset="0"/>
              </a:rPr>
              <a:t> can use.</a:t>
            </a:r>
          </a:p>
          <a:p>
            <a:pPr marL="457200" indent="-457200">
              <a:buFont typeface="Arial" panose="020B0604020202020204" pitchFamily="34" charset="0"/>
              <a:buChar char="•"/>
            </a:pPr>
            <a:endParaRPr lang="it-IT" dirty="0">
              <a:latin typeface="Arial" panose="020B0604020202020204" pitchFamily="34" charset="0"/>
              <a:ea typeface="Verdana" panose="020B0604030504040204" pitchFamily="34" charset="0"/>
            </a:endParaRPr>
          </a:p>
          <a:p>
            <a:pPr marL="457200" indent="-457200">
              <a:buFont typeface="Arial" panose="020B0604020202020204" pitchFamily="34" charset="0"/>
              <a:buChar char="•"/>
            </a:pPr>
            <a:r>
              <a:rPr lang="it-IT" dirty="0">
                <a:latin typeface="Arial" panose="020B0604020202020204" pitchFamily="34" charset="0"/>
                <a:ea typeface="Verdana" panose="020B0604030504040204" pitchFamily="34" charset="0"/>
              </a:rPr>
              <a:t>For </a:t>
            </a:r>
            <a:r>
              <a:rPr lang="it-IT" dirty="0" err="1">
                <a:latin typeface="Arial" panose="020B0604020202020204" pitchFamily="34" charset="0"/>
                <a:ea typeface="Verdana" panose="020B0604030504040204" pitchFamily="34" charset="0"/>
              </a:rPr>
              <a:t>this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reason</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it</a:t>
            </a:r>
            <a:r>
              <a:rPr lang="it-IT" dirty="0">
                <a:latin typeface="Arial" panose="020B0604020202020204" pitchFamily="34" charset="0"/>
                <a:ea typeface="Verdana" panose="020B0604030504040204" pitchFamily="34" charset="0"/>
              </a:rPr>
              <a:t> must be </a:t>
            </a:r>
            <a:r>
              <a:rPr lang="it-IT" dirty="0" err="1">
                <a:latin typeface="Arial" panose="020B0604020202020204" pitchFamily="34" charset="0"/>
                <a:ea typeface="Verdana" panose="020B0604030504040204" pitchFamily="34" charset="0"/>
              </a:rPr>
              <a:t>protected</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otherwise</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there</a:t>
            </a:r>
            <a:r>
              <a:rPr lang="it-IT" dirty="0">
                <a:latin typeface="Arial" panose="020B0604020202020204" pitchFamily="34" charset="0"/>
                <a:ea typeface="Verdana" panose="020B0604030504040204" pitchFamily="34" charset="0"/>
              </a:rPr>
              <a:t> can be race </a:t>
            </a:r>
            <a:r>
              <a:rPr lang="it-IT" dirty="0" err="1">
                <a:latin typeface="Arial" panose="020B0604020202020204" pitchFamily="34" charset="0"/>
                <a:ea typeface="Verdana" panose="020B0604030504040204" pitchFamily="34" charset="0"/>
              </a:rPr>
              <a:t>conditions</a:t>
            </a:r>
            <a:r>
              <a:rPr lang="it-IT" dirty="0">
                <a:latin typeface="Arial" panose="020B0604020202020204" pitchFamily="34" charset="0"/>
                <a:ea typeface="Verdana" panose="020B0604030504040204" pitchFamily="34" charset="0"/>
              </a:rPr>
              <a:t>.</a:t>
            </a:r>
          </a:p>
        </p:txBody>
      </p:sp>
      <p:sp>
        <p:nvSpPr>
          <p:cNvPr id="7" name="Titolo 1">
            <a:extLst>
              <a:ext uri="{FF2B5EF4-FFF2-40B4-BE49-F238E27FC236}">
                <a16:creationId xmlns:a16="http://schemas.microsoft.com/office/drawing/2014/main" id="{539406C9-32C0-3EA0-81BD-E11148A0B20E}"/>
              </a:ext>
            </a:extLst>
          </p:cNvPr>
          <p:cNvSpPr>
            <a:spLocks noGrp="1"/>
          </p:cNvSpPr>
          <p:nvPr>
            <p:ph type="title"/>
          </p:nvPr>
        </p:nvSpPr>
        <p:spPr>
          <a:xfrm>
            <a:off x="2886692" y="340220"/>
            <a:ext cx="9305308" cy="471341"/>
          </a:xfrm>
        </p:spPr>
        <p:txBody>
          <a:bodyPr>
            <a:normAutofit fontScale="90000"/>
          </a:bodyPr>
          <a:lstStyle/>
          <a:p>
            <a:r>
              <a:rPr lang="en-US" dirty="0">
                <a:solidFill>
                  <a:schemeClr val="bg1"/>
                </a:solidFill>
              </a:rPr>
              <a:t>Shared memory → race condition problem</a:t>
            </a:r>
          </a:p>
        </p:txBody>
      </p:sp>
    </p:spTree>
    <p:extLst>
      <p:ext uri="{BB962C8B-B14F-4D97-AF65-F5344CB8AC3E}">
        <p14:creationId xmlns:p14="http://schemas.microsoft.com/office/powerpoint/2010/main" val="937765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BE37D-8B7F-0CAC-1F77-72FCB6C82064}"/>
            </a:ext>
          </a:extLst>
        </p:cNvPr>
        <p:cNvGrpSpPr/>
        <p:nvPr/>
      </p:nvGrpSpPr>
      <p:grpSpPr>
        <a:xfrm>
          <a:off x="0" y="0"/>
          <a:ext cx="0" cy="0"/>
          <a:chOff x="0" y="0"/>
          <a:chExt cx="0" cy="0"/>
        </a:xfrm>
      </p:grpSpPr>
      <p:sp>
        <p:nvSpPr>
          <p:cNvPr id="8" name="Segnaposto contenuto 7">
            <a:extLst>
              <a:ext uri="{FF2B5EF4-FFF2-40B4-BE49-F238E27FC236}">
                <a16:creationId xmlns:a16="http://schemas.microsoft.com/office/drawing/2014/main" id="{7D483D6A-0EA2-EB74-8D7E-5A82DB595355}"/>
              </a:ext>
            </a:extLst>
          </p:cNvPr>
          <p:cNvSpPr>
            <a:spLocks noGrp="1"/>
          </p:cNvSpPr>
          <p:nvPr>
            <p:ph sz="quarter" idx="10"/>
          </p:nvPr>
        </p:nvSpPr>
        <p:spPr>
          <a:xfrm>
            <a:off x="602901" y="1557495"/>
            <a:ext cx="10733339" cy="4907093"/>
          </a:xfrm>
        </p:spPr>
        <p:txBody>
          <a:bodyPr>
            <a:normAutofit/>
          </a:bodyPr>
          <a:lstStyle/>
          <a:p>
            <a:pPr marL="457200" indent="-457200">
              <a:buFont typeface="Arial" panose="020B0604020202020204" pitchFamily="34" charset="0"/>
              <a:buChar char="•"/>
            </a:pPr>
            <a:r>
              <a:rPr lang="en-US" dirty="0">
                <a:latin typeface="Arial" panose="020B0604020202020204" pitchFamily="34" charset="0"/>
                <a:ea typeface="Verdana" panose="020B0604030504040204" pitchFamily="34" charset="0"/>
              </a:rPr>
              <a:t>For the locking mechanism the system has to make sure that no more than one task at time can be executing any critical region in which there is an access to a shared variable.</a:t>
            </a:r>
          </a:p>
          <a:p>
            <a:pPr marL="457200" indent="-457200">
              <a:buFont typeface="Arial" panose="020B0604020202020204" pitchFamily="34" charset="0"/>
              <a:buChar char="•"/>
            </a:pPr>
            <a:endParaRPr lang="en-US" dirty="0">
              <a:latin typeface="Arial" panose="020B0604020202020204" pitchFamily="34" charset="0"/>
              <a:ea typeface="Verdana" panose="020B0604030504040204" pitchFamily="34" charset="0"/>
            </a:endParaRPr>
          </a:p>
          <a:p>
            <a:pPr marL="457200" indent="-457200">
              <a:buFont typeface="Arial" panose="020B0604020202020204" pitchFamily="34" charset="0"/>
              <a:buChar char="•"/>
            </a:pPr>
            <a:r>
              <a:rPr lang="it-IT" dirty="0">
                <a:latin typeface="Arial" panose="020B0604020202020204" pitchFamily="34" charset="0"/>
                <a:ea typeface="Verdana" panose="020B0604030504040204" pitchFamily="34" charset="0"/>
              </a:rPr>
              <a:t>In POSIX </a:t>
            </a:r>
            <a:r>
              <a:rPr lang="it-IT" dirty="0" err="1">
                <a:latin typeface="Arial" panose="020B0604020202020204" pitchFamily="34" charset="0"/>
                <a:ea typeface="Verdana" panose="020B0604030504040204" pitchFamily="34" charset="0"/>
              </a:rPr>
              <a:t>this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is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provided</a:t>
            </a:r>
            <a:r>
              <a:rPr lang="it-IT" dirty="0">
                <a:latin typeface="Arial" panose="020B0604020202020204" pitchFamily="34" charset="0"/>
                <a:ea typeface="Verdana" panose="020B0604030504040204" pitchFamily="34" charset="0"/>
              </a:rPr>
              <a:t> by a </a:t>
            </a:r>
            <a:r>
              <a:rPr lang="it-IT" dirty="0" err="1">
                <a:latin typeface="Arial" panose="020B0604020202020204" pitchFamily="34" charset="0"/>
                <a:ea typeface="Verdana" panose="020B0604030504040204" pitchFamily="34" charset="0"/>
              </a:rPr>
              <a:t>mutex</a:t>
            </a:r>
            <a:r>
              <a:rPr lang="it-IT" dirty="0">
                <a:latin typeface="Arial" panose="020B0604020202020204" pitchFamily="34" charset="0"/>
                <a:ea typeface="Verdana" panose="020B0604030504040204" pitchFamily="34" charset="0"/>
              </a:rPr>
              <a:t>, a </a:t>
            </a:r>
            <a:r>
              <a:rPr lang="it-IT" dirty="0" err="1">
                <a:latin typeface="Arial" panose="020B0604020202020204" pitchFamily="34" charset="0"/>
                <a:ea typeface="Verdana" panose="020B0604030504040204" pitchFamily="34" charset="0"/>
              </a:rPr>
              <a:t>mutual</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exclusion</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object</a:t>
            </a:r>
            <a:r>
              <a:rPr lang="it-IT" dirty="0">
                <a:latin typeface="Arial" panose="020B0604020202020204" pitchFamily="34" charset="0"/>
                <a:ea typeface="Verdana" panose="020B0604030504040204" pitchFamily="34" charset="0"/>
              </a:rPr>
              <a:t>, and by the </a:t>
            </a:r>
            <a:r>
              <a:rPr lang="it-IT" i="1" dirty="0" err="1">
                <a:solidFill>
                  <a:schemeClr val="accent2">
                    <a:lumMod val="75000"/>
                  </a:schemeClr>
                </a:solidFill>
                <a:latin typeface="Arial" panose="020B0604020202020204" pitchFamily="34" charset="0"/>
                <a:ea typeface="Verdana" panose="020B0604030504040204" pitchFamily="34" charset="0"/>
              </a:rPr>
              <a:t>pthread_mutex_lock</a:t>
            </a:r>
            <a:r>
              <a:rPr lang="it-IT" i="1" dirty="0">
                <a:solidFill>
                  <a:schemeClr val="accent2">
                    <a:lumMod val="75000"/>
                  </a:schemeClr>
                </a:solidFill>
                <a:latin typeface="Arial" panose="020B0604020202020204" pitchFamily="34" charset="0"/>
                <a:ea typeface="Verdana" panose="020B0604030504040204" pitchFamily="34" charset="0"/>
              </a:rPr>
              <a:t>()</a:t>
            </a:r>
            <a:r>
              <a:rPr lang="it-IT" dirty="0">
                <a:latin typeface="Arial" panose="020B0604020202020204" pitchFamily="34" charset="0"/>
                <a:ea typeface="Verdana" panose="020B0604030504040204" pitchFamily="34" charset="0"/>
              </a:rPr>
              <a:t> and </a:t>
            </a:r>
            <a:r>
              <a:rPr lang="it-IT" i="1" dirty="0" err="1">
                <a:solidFill>
                  <a:schemeClr val="accent2">
                    <a:lumMod val="75000"/>
                  </a:schemeClr>
                </a:solidFill>
                <a:latin typeface="Arial" panose="020B0604020202020204" pitchFamily="34" charset="0"/>
                <a:ea typeface="Verdana" panose="020B0604030504040204" pitchFamily="34" charset="0"/>
              </a:rPr>
              <a:t>pthread_mutex_unlock</a:t>
            </a:r>
            <a:r>
              <a:rPr lang="it-IT" i="1" dirty="0">
                <a:solidFill>
                  <a:schemeClr val="accent2">
                    <a:lumMod val="75000"/>
                  </a:schemeClr>
                </a:solidFill>
                <a:latin typeface="Arial" panose="020B0604020202020204" pitchFamily="34" charset="0"/>
                <a:ea typeface="Verdana" panose="020B0604030504040204" pitchFamily="34" charset="0"/>
              </a:rPr>
              <a:t>()</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methods</a:t>
            </a:r>
            <a:r>
              <a:rPr lang="it-IT" dirty="0">
                <a:latin typeface="Arial" panose="020B0604020202020204" pitchFamily="34" charset="0"/>
                <a:ea typeface="Verdana" panose="020B0604030504040204" pitchFamily="34" charset="0"/>
              </a:rPr>
              <a:t>.</a:t>
            </a:r>
          </a:p>
          <a:p>
            <a:pPr marL="457200" indent="-457200">
              <a:buFont typeface="Arial" panose="020B0604020202020204" pitchFamily="34" charset="0"/>
              <a:buChar char="•"/>
            </a:pPr>
            <a:endParaRPr lang="it-IT" dirty="0">
              <a:latin typeface="Arial" panose="020B0604020202020204" pitchFamily="34" charset="0"/>
              <a:ea typeface="Verdana" panose="020B0604030504040204" pitchFamily="34" charset="0"/>
            </a:endParaRPr>
          </a:p>
          <a:p>
            <a:pPr marL="457200" indent="-457200">
              <a:buFont typeface="Arial" panose="020B0604020202020204" pitchFamily="34" charset="0"/>
              <a:buChar char="•"/>
            </a:pPr>
            <a:r>
              <a:rPr lang="it-IT" dirty="0">
                <a:latin typeface="Arial" panose="020B0604020202020204" pitchFamily="34" charset="0"/>
                <a:ea typeface="Verdana" panose="020B0604030504040204" pitchFamily="34" charset="0"/>
              </a:rPr>
              <a:t>In </a:t>
            </a:r>
            <a:r>
              <a:rPr lang="it-IT" dirty="0" err="1">
                <a:latin typeface="Arial" panose="020B0604020202020204" pitchFamily="34" charset="0"/>
                <a:ea typeface="Verdana" panose="020B0604030504040204" pitchFamily="34" charset="0"/>
              </a:rPr>
              <a:t>particular</a:t>
            </a:r>
            <a:r>
              <a:rPr lang="it-IT" dirty="0">
                <a:latin typeface="Arial" panose="020B0604020202020204" pitchFamily="34" charset="0"/>
                <a:ea typeface="Verdana" panose="020B0604030504040204" pitchFamily="34" charset="0"/>
              </a:rPr>
              <a:t> to </a:t>
            </a:r>
            <a:r>
              <a:rPr lang="it-IT" dirty="0" err="1">
                <a:latin typeface="Arial" panose="020B0604020202020204" pitchFamily="34" charset="0"/>
                <a:ea typeface="Verdana" panose="020B0604030504040204" pitchFamily="34" charset="0"/>
              </a:rPr>
              <a:t>protect</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all</a:t>
            </a:r>
            <a:r>
              <a:rPr lang="it-IT" dirty="0">
                <a:latin typeface="Arial" panose="020B0604020202020204" pitchFamily="34" charset="0"/>
                <a:ea typeface="Verdana" panose="020B0604030504040204" pitchFamily="34" charset="0"/>
              </a:rPr>
              <a:t> the </a:t>
            </a:r>
            <a:r>
              <a:rPr lang="it-IT" dirty="0" err="1">
                <a:latin typeface="Arial" panose="020B0604020202020204" pitchFamily="34" charset="0"/>
                <a:ea typeface="Verdana" panose="020B0604030504040204" pitchFamily="34" charset="0"/>
              </a:rPr>
              <a:t>variables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not</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only</a:t>
            </a:r>
            <a:r>
              <a:rPr lang="it-IT" dirty="0">
                <a:latin typeface="Arial" panose="020B0604020202020204" pitchFamily="34" charset="0"/>
                <a:ea typeface="Verdana" panose="020B0604030504040204" pitchFamily="34" charset="0"/>
              </a:rPr>
              <a:t> the buffer) </a:t>
            </a:r>
            <a:r>
              <a:rPr lang="it-IT" dirty="0" err="1">
                <a:latin typeface="Arial" panose="020B0604020202020204" pitchFamily="34" charset="0"/>
                <a:ea typeface="Verdana" panose="020B0604030504040204" pitchFamily="34" charset="0"/>
              </a:rPr>
              <a:t>used</a:t>
            </a:r>
            <a:r>
              <a:rPr lang="it-IT" dirty="0">
                <a:latin typeface="Arial" panose="020B0604020202020204" pitchFamily="34" charset="0"/>
                <a:ea typeface="Verdana" panose="020B0604030504040204" pitchFamily="34" charset="0"/>
              </a:rPr>
              <a:t> by </a:t>
            </a:r>
            <a:r>
              <a:rPr lang="it-IT" dirty="0" err="1">
                <a:latin typeface="Arial" panose="020B0604020202020204" pitchFamily="34" charset="0"/>
                <a:ea typeface="Verdana" panose="020B0604030504040204" pitchFamily="34" charset="0"/>
              </a:rPr>
              <a:t>both</a:t>
            </a:r>
            <a:r>
              <a:rPr lang="it-IT" dirty="0">
                <a:latin typeface="Arial" panose="020B0604020202020204" pitchFamily="34" charset="0"/>
                <a:ea typeface="Verdana" panose="020B0604030504040204" pitchFamily="34" charset="0"/>
              </a:rPr>
              <a:t> producer and consumer, the </a:t>
            </a:r>
            <a:r>
              <a:rPr lang="it-IT" dirty="0" err="1">
                <a:latin typeface="Arial" panose="020B0604020202020204" pitchFamily="34" charset="0"/>
                <a:ea typeface="Verdana" panose="020B0604030504040204" pitchFamily="34" charset="0"/>
              </a:rPr>
              <a:t>mutex</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called</a:t>
            </a:r>
            <a:r>
              <a:rPr lang="it-IT" dirty="0">
                <a:latin typeface="Arial" panose="020B0604020202020204" pitchFamily="34" charset="0"/>
                <a:ea typeface="Verdana" panose="020B0604030504040204" pitchFamily="34" charset="0"/>
              </a:rPr>
              <a:t> </a:t>
            </a:r>
            <a:r>
              <a:rPr lang="it-IT" i="1" dirty="0" err="1">
                <a:solidFill>
                  <a:srgbClr val="00B050"/>
                </a:solidFill>
                <a:latin typeface="Arial" panose="020B0604020202020204" pitchFamily="34" charset="0"/>
                <a:ea typeface="Verdana" panose="020B0604030504040204" pitchFamily="34" charset="0"/>
              </a:rPr>
              <a:t>prod_cons_mutex</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has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been</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used</a:t>
            </a:r>
            <a:r>
              <a:rPr lang="it-IT" dirty="0">
                <a:latin typeface="Arial" panose="020B0604020202020204" pitchFamily="34" charset="0"/>
                <a:ea typeface="Verdana" panose="020B0604030504040204" pitchFamily="34" charset="0"/>
              </a:rPr>
              <a:t>.</a:t>
            </a:r>
          </a:p>
          <a:p>
            <a:pPr marL="457200" indent="-457200">
              <a:buFont typeface="Arial" panose="020B0604020202020204" pitchFamily="34" charset="0"/>
              <a:buChar char="•"/>
            </a:pPr>
            <a:endParaRPr lang="it-IT" dirty="0">
              <a:latin typeface="Arial" panose="020B0604020202020204" pitchFamily="34" charset="0"/>
              <a:ea typeface="Verdana" panose="020B0604030504040204" pitchFamily="34" charset="0"/>
            </a:endParaRPr>
          </a:p>
          <a:p>
            <a:pPr marL="457200" indent="-457200">
              <a:buFont typeface="Arial" panose="020B0604020202020204" pitchFamily="34" charset="0"/>
              <a:buChar char="•"/>
            </a:pPr>
            <a:endParaRPr lang="it-IT" dirty="0">
              <a:latin typeface="Arial" panose="020B0604020202020204" pitchFamily="34" charset="0"/>
              <a:ea typeface="Verdana" panose="020B0604030504040204" pitchFamily="34" charset="0"/>
            </a:endParaRPr>
          </a:p>
        </p:txBody>
      </p:sp>
      <p:sp>
        <p:nvSpPr>
          <p:cNvPr id="7" name="Titolo 1">
            <a:extLst>
              <a:ext uri="{FF2B5EF4-FFF2-40B4-BE49-F238E27FC236}">
                <a16:creationId xmlns:a16="http://schemas.microsoft.com/office/drawing/2014/main" id="{47D07815-092A-5B43-A5EA-07F0AB21975C}"/>
              </a:ext>
            </a:extLst>
          </p:cNvPr>
          <p:cNvSpPr>
            <a:spLocks noGrp="1"/>
          </p:cNvSpPr>
          <p:nvPr>
            <p:ph type="title"/>
          </p:nvPr>
        </p:nvSpPr>
        <p:spPr>
          <a:xfrm>
            <a:off x="2886692" y="340220"/>
            <a:ext cx="9305308" cy="471341"/>
          </a:xfrm>
        </p:spPr>
        <p:txBody>
          <a:bodyPr>
            <a:normAutofit fontScale="90000"/>
          </a:bodyPr>
          <a:lstStyle/>
          <a:p>
            <a:r>
              <a:rPr lang="en-US" dirty="0">
                <a:solidFill>
                  <a:schemeClr val="bg1"/>
                </a:solidFill>
              </a:rPr>
              <a:t>Mutual exclusion – first mutex</a:t>
            </a:r>
          </a:p>
        </p:txBody>
      </p:sp>
    </p:spTree>
    <p:extLst>
      <p:ext uri="{BB962C8B-B14F-4D97-AF65-F5344CB8AC3E}">
        <p14:creationId xmlns:p14="http://schemas.microsoft.com/office/powerpoint/2010/main" val="44388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56BEF-5AB7-513D-61B0-615B3E863027}"/>
            </a:ext>
          </a:extLst>
        </p:cNvPr>
        <p:cNvGrpSpPr/>
        <p:nvPr/>
      </p:nvGrpSpPr>
      <p:grpSpPr>
        <a:xfrm>
          <a:off x="0" y="0"/>
          <a:ext cx="0" cy="0"/>
          <a:chOff x="0" y="0"/>
          <a:chExt cx="0" cy="0"/>
        </a:xfrm>
      </p:grpSpPr>
      <p:sp>
        <p:nvSpPr>
          <p:cNvPr id="8" name="Segnaposto contenuto 7">
            <a:extLst>
              <a:ext uri="{FF2B5EF4-FFF2-40B4-BE49-F238E27FC236}">
                <a16:creationId xmlns:a16="http://schemas.microsoft.com/office/drawing/2014/main" id="{7C25415C-A4D4-E593-C688-45EEC9F28F21}"/>
              </a:ext>
            </a:extLst>
          </p:cNvPr>
          <p:cNvSpPr>
            <a:spLocks noGrp="1"/>
          </p:cNvSpPr>
          <p:nvPr>
            <p:ph sz="quarter" idx="10"/>
          </p:nvPr>
        </p:nvSpPr>
        <p:spPr>
          <a:xfrm>
            <a:off x="602901" y="1557495"/>
            <a:ext cx="10733339" cy="4907093"/>
          </a:xfrm>
        </p:spPr>
        <p:txBody>
          <a:bodyPr>
            <a:normAutofit lnSpcReduction="10000"/>
          </a:bodyPr>
          <a:lstStyle/>
          <a:p>
            <a:pPr marL="457200" indent="-457200">
              <a:buFont typeface="Arial" panose="020B0604020202020204" pitchFamily="34" charset="0"/>
              <a:buChar char="•"/>
            </a:pPr>
            <a:r>
              <a:rPr lang="en-US" dirty="0">
                <a:latin typeface="Arial" panose="020B0604020202020204" pitchFamily="34" charset="0"/>
                <a:ea typeface="Verdana" panose="020B0604030504040204" pitchFamily="34" charset="0"/>
              </a:rPr>
              <a:t>The Producer-Consumer pattern suggests that also a sort of notification mechanism is needed. In this way a task can wait until an event occurs, instead of wasting CPU cycles doing nothing. </a:t>
            </a:r>
            <a:r>
              <a:rPr lang="it-IT" dirty="0" err="1">
                <a:latin typeface="Arial" panose="020B0604020202020204" pitchFamily="34" charset="0"/>
                <a:ea typeface="Verdana" panose="020B0604030504040204" pitchFamily="34" charset="0"/>
              </a:rPr>
              <a:t>Indeed</a:t>
            </a:r>
            <a:r>
              <a:rPr lang="it-IT" dirty="0">
                <a:latin typeface="Arial" panose="020B0604020202020204" pitchFamily="34" charset="0"/>
                <a:ea typeface="Verdana" panose="020B0604030504040204" pitchFamily="34" charset="0"/>
              </a:rPr>
              <a:t> </a:t>
            </a:r>
            <a:r>
              <a:rPr lang="en-US" dirty="0">
                <a:latin typeface="Arial" panose="020B0604020202020204" pitchFamily="34" charset="0"/>
                <a:ea typeface="Verdana" panose="020B0604030504040204" pitchFamily="34" charset="0"/>
              </a:rPr>
              <a:t>when the buffer is empty, the consumer cannot do anything and when the buffer is full, the producer cannot do anything.</a:t>
            </a:r>
          </a:p>
          <a:p>
            <a:endParaRPr lang="it-IT" dirty="0">
              <a:latin typeface="Arial" panose="020B0604020202020204" pitchFamily="34" charset="0"/>
              <a:ea typeface="Verdana" panose="020B0604030504040204" pitchFamily="34" charset="0"/>
            </a:endParaRPr>
          </a:p>
          <a:p>
            <a:pPr marL="457200" indent="-457200">
              <a:buFont typeface="Arial" panose="020B0604020202020204" pitchFamily="34" charset="0"/>
              <a:buChar char="•"/>
            </a:pPr>
            <a:r>
              <a:rPr lang="it-IT" dirty="0" err="1">
                <a:latin typeface="Arial" panose="020B0604020202020204" pitchFamily="34" charset="0"/>
                <a:ea typeface="Verdana" panose="020B0604030504040204" pitchFamily="34" charset="0"/>
              </a:rPr>
              <a:t>This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is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provided</a:t>
            </a:r>
            <a:r>
              <a:rPr lang="it-IT" dirty="0">
                <a:latin typeface="Arial" panose="020B0604020202020204" pitchFamily="34" charset="0"/>
                <a:ea typeface="Verdana" panose="020B0604030504040204" pitchFamily="34" charset="0"/>
              </a:rPr>
              <a:t> by </a:t>
            </a:r>
            <a:r>
              <a:rPr lang="it-IT" dirty="0" err="1">
                <a:latin typeface="Arial" panose="020B0604020202020204" pitchFamily="34" charset="0"/>
                <a:ea typeface="Verdana" panose="020B0604030504040204" pitchFamily="34" charset="0"/>
              </a:rPr>
              <a:t>condition</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variables</a:t>
            </a:r>
            <a:r>
              <a:rPr lang="it-IT" dirty="0">
                <a:latin typeface="Arial" panose="020B0604020202020204" pitchFamily="34" charset="0"/>
                <a:ea typeface="Verdana" panose="020B0604030504040204" pitchFamily="34" charset="0"/>
              </a:rPr>
              <a:t> over </a:t>
            </a:r>
            <a:r>
              <a:rPr lang="it-IT" dirty="0" err="1">
                <a:latin typeface="Arial" panose="020B0604020202020204" pitchFamily="34" charset="0"/>
                <a:ea typeface="Verdana" panose="020B0604030504040204" pitchFamily="34" charset="0"/>
              </a:rPr>
              <a:t>which</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it</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is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possible</a:t>
            </a:r>
            <a:r>
              <a:rPr lang="it-IT" dirty="0">
                <a:latin typeface="Arial" panose="020B0604020202020204" pitchFamily="34" charset="0"/>
                <a:ea typeface="Verdana" panose="020B0604030504040204" pitchFamily="34" charset="0"/>
              </a:rPr>
              <a:t> to </a:t>
            </a:r>
            <a:r>
              <a:rPr lang="it-IT" dirty="0" err="1">
                <a:latin typeface="Arial" panose="020B0604020202020204" pitchFamily="34" charset="0"/>
                <a:ea typeface="Verdana" panose="020B0604030504040204" pitchFamily="34" charset="0"/>
              </a:rPr>
              <a:t>perform</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two</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operations</a:t>
            </a:r>
            <a:r>
              <a:rPr lang="it-IT" dirty="0">
                <a:latin typeface="Arial" panose="020B0604020202020204" pitchFamily="34" charset="0"/>
                <a:ea typeface="Verdana" panose="020B0604030504040204" pitchFamily="34" charset="0"/>
              </a:rPr>
              <a:t>: </a:t>
            </a:r>
            <a:r>
              <a:rPr lang="it-IT" dirty="0" err="1">
                <a:solidFill>
                  <a:srgbClr val="C00000"/>
                </a:solidFill>
                <a:latin typeface="Arial" panose="020B0604020202020204" pitchFamily="34" charset="0"/>
                <a:ea typeface="Verdana" panose="020B0604030504040204" pitchFamily="34" charset="0"/>
              </a:rPr>
              <a:t>wait</a:t>
            </a:r>
            <a:r>
              <a:rPr lang="it-IT" dirty="0">
                <a:latin typeface="Arial" panose="020B0604020202020204" pitchFamily="34" charset="0"/>
                <a:ea typeface="Verdana" panose="020B0604030504040204" pitchFamily="34" charset="0"/>
              </a:rPr>
              <a:t> and </a:t>
            </a:r>
            <a:r>
              <a:rPr lang="it-IT" dirty="0" err="1">
                <a:solidFill>
                  <a:srgbClr val="C00000"/>
                </a:solidFill>
                <a:latin typeface="Arial" panose="020B0604020202020204" pitchFamily="34" charset="0"/>
                <a:ea typeface="Verdana" panose="020B0604030504040204" pitchFamily="34" charset="0"/>
              </a:rPr>
              <a:t>signal</a:t>
            </a:r>
            <a:r>
              <a:rPr lang="it-IT" dirty="0">
                <a:latin typeface="Arial" panose="020B0604020202020204" pitchFamily="34" charset="0"/>
                <a:ea typeface="Verdana" panose="020B0604030504040204" pitchFamily="34" charset="0"/>
              </a:rPr>
              <a:t>.</a:t>
            </a:r>
          </a:p>
          <a:p>
            <a:pPr marL="457200" indent="-457200">
              <a:buFont typeface="Arial" panose="020B0604020202020204" pitchFamily="34" charset="0"/>
              <a:buChar char="•"/>
            </a:pPr>
            <a:endParaRPr lang="it-IT" dirty="0">
              <a:latin typeface="Arial" panose="020B0604020202020204" pitchFamily="34" charset="0"/>
              <a:ea typeface="Verdana" panose="020B0604030504040204" pitchFamily="34" charset="0"/>
            </a:endParaRPr>
          </a:p>
          <a:p>
            <a:pPr marL="457200" indent="-457200">
              <a:buFont typeface="Arial" panose="020B0604020202020204" pitchFamily="34" charset="0"/>
              <a:buChar char="•"/>
            </a:pPr>
            <a:r>
              <a:rPr lang="it-IT" dirty="0">
                <a:latin typeface="Arial" panose="020B0604020202020204" pitchFamily="34" charset="0"/>
                <a:ea typeface="Verdana" panose="020B0604030504040204" pitchFamily="34" charset="0"/>
              </a:rPr>
              <a:t>The </a:t>
            </a:r>
            <a:r>
              <a:rPr lang="it-IT" dirty="0" err="1">
                <a:latin typeface="Arial" panose="020B0604020202020204" pitchFamily="34" charset="0"/>
                <a:ea typeface="Verdana" panose="020B0604030504040204" pitchFamily="34" charset="0"/>
              </a:rPr>
              <a:t>condition</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variables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used</a:t>
            </a:r>
            <a:r>
              <a:rPr lang="it-IT" dirty="0">
                <a:latin typeface="Arial" panose="020B0604020202020204" pitchFamily="34" charset="0"/>
                <a:ea typeface="Verdana" panose="020B0604030504040204" pitchFamily="34" charset="0"/>
              </a:rPr>
              <a:t> in the </a:t>
            </a:r>
            <a:r>
              <a:rPr lang="it-IT" dirty="0" err="1">
                <a:latin typeface="Arial" panose="020B0604020202020204" pitchFamily="34" charset="0"/>
                <a:ea typeface="Verdana" panose="020B0604030504040204" pitchFamily="34" charset="0"/>
              </a:rPr>
              <a:t>program</a:t>
            </a:r>
            <a:r>
              <a:rPr lang="it-IT" dirty="0">
                <a:latin typeface="Arial" panose="020B0604020202020204" pitchFamily="34" charset="0"/>
                <a:ea typeface="Verdana" panose="020B0604030504040204" pitchFamily="34" charset="0"/>
              </a:rPr>
              <a:t> are </a:t>
            </a:r>
            <a:r>
              <a:rPr lang="it-IT" i="1" dirty="0" err="1">
                <a:solidFill>
                  <a:srgbClr val="00B050"/>
                </a:solidFill>
                <a:latin typeface="Arial" panose="020B0604020202020204" pitchFamily="34" charset="0"/>
                <a:ea typeface="Verdana" panose="020B0604030504040204" pitchFamily="34" charset="0"/>
              </a:rPr>
              <a:t>can_consume</a:t>
            </a:r>
            <a:r>
              <a:rPr lang="it-IT" dirty="0">
                <a:latin typeface="Arial" panose="020B0604020202020204" pitchFamily="34" charset="0"/>
                <a:ea typeface="Verdana" panose="020B0604030504040204" pitchFamily="34" charset="0"/>
              </a:rPr>
              <a:t> and </a:t>
            </a:r>
            <a:r>
              <a:rPr lang="it-IT" i="1" dirty="0" err="1">
                <a:solidFill>
                  <a:srgbClr val="00B050"/>
                </a:solidFill>
                <a:latin typeface="Arial" panose="020B0604020202020204" pitchFamily="34" charset="0"/>
                <a:ea typeface="Verdana" panose="020B0604030504040204" pitchFamily="34" charset="0"/>
              </a:rPr>
              <a:t>can_produce</a:t>
            </a:r>
            <a:r>
              <a:rPr lang="it-IT" dirty="0">
                <a:latin typeface="Arial" panose="020B0604020202020204" pitchFamily="34" charset="0"/>
                <a:ea typeface="Verdana" panose="020B0604030504040204" pitchFamily="34" charset="0"/>
              </a:rPr>
              <a:t>.</a:t>
            </a:r>
          </a:p>
          <a:p>
            <a:pPr marL="457200" indent="-457200">
              <a:buFont typeface="Arial" panose="020B0604020202020204" pitchFamily="34" charset="0"/>
              <a:buChar char="•"/>
            </a:pPr>
            <a:endParaRPr lang="it-IT" dirty="0">
              <a:latin typeface="Arial" panose="020B0604020202020204" pitchFamily="34" charset="0"/>
              <a:ea typeface="Verdana" panose="020B0604030504040204" pitchFamily="34" charset="0"/>
            </a:endParaRPr>
          </a:p>
          <a:p>
            <a:pPr marL="457200" indent="-457200">
              <a:buFont typeface="Arial" panose="020B0604020202020204" pitchFamily="34" charset="0"/>
              <a:buChar char="•"/>
            </a:pPr>
            <a:endParaRPr lang="it-IT" dirty="0">
              <a:latin typeface="Arial" panose="020B0604020202020204" pitchFamily="34" charset="0"/>
              <a:ea typeface="Verdana" panose="020B0604030504040204" pitchFamily="34" charset="0"/>
            </a:endParaRPr>
          </a:p>
          <a:p>
            <a:pPr marL="457200" indent="-457200">
              <a:buFont typeface="Arial" panose="020B0604020202020204" pitchFamily="34" charset="0"/>
              <a:buChar char="•"/>
            </a:pPr>
            <a:endParaRPr lang="it-IT" dirty="0">
              <a:latin typeface="Arial" panose="020B0604020202020204" pitchFamily="34" charset="0"/>
              <a:ea typeface="Verdana" panose="020B0604030504040204" pitchFamily="34" charset="0"/>
            </a:endParaRPr>
          </a:p>
        </p:txBody>
      </p:sp>
      <p:sp>
        <p:nvSpPr>
          <p:cNvPr id="7" name="Titolo 1">
            <a:extLst>
              <a:ext uri="{FF2B5EF4-FFF2-40B4-BE49-F238E27FC236}">
                <a16:creationId xmlns:a16="http://schemas.microsoft.com/office/drawing/2014/main" id="{69158FF8-4597-549D-FE14-268F6347E498}"/>
              </a:ext>
            </a:extLst>
          </p:cNvPr>
          <p:cNvSpPr>
            <a:spLocks noGrp="1"/>
          </p:cNvSpPr>
          <p:nvPr>
            <p:ph type="title"/>
          </p:nvPr>
        </p:nvSpPr>
        <p:spPr>
          <a:xfrm>
            <a:off x="2886692" y="340220"/>
            <a:ext cx="9305308" cy="471341"/>
          </a:xfrm>
        </p:spPr>
        <p:txBody>
          <a:bodyPr>
            <a:normAutofit fontScale="90000"/>
          </a:bodyPr>
          <a:lstStyle/>
          <a:p>
            <a:r>
              <a:rPr lang="en-US" dirty="0">
                <a:solidFill>
                  <a:schemeClr val="bg1"/>
                </a:solidFill>
              </a:rPr>
              <a:t>Notification mechanism</a:t>
            </a:r>
          </a:p>
        </p:txBody>
      </p:sp>
    </p:spTree>
    <p:extLst>
      <p:ext uri="{BB962C8B-B14F-4D97-AF65-F5344CB8AC3E}">
        <p14:creationId xmlns:p14="http://schemas.microsoft.com/office/powerpoint/2010/main" val="727759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C54FD-D25F-D957-6F1F-D05EC1684BEA}"/>
            </a:ext>
          </a:extLst>
        </p:cNvPr>
        <p:cNvGrpSpPr/>
        <p:nvPr/>
      </p:nvGrpSpPr>
      <p:grpSpPr>
        <a:xfrm>
          <a:off x="0" y="0"/>
          <a:ext cx="0" cy="0"/>
          <a:chOff x="0" y="0"/>
          <a:chExt cx="0" cy="0"/>
        </a:xfrm>
      </p:grpSpPr>
      <p:sp>
        <p:nvSpPr>
          <p:cNvPr id="8" name="Segnaposto contenuto 7">
            <a:extLst>
              <a:ext uri="{FF2B5EF4-FFF2-40B4-BE49-F238E27FC236}">
                <a16:creationId xmlns:a16="http://schemas.microsoft.com/office/drawing/2014/main" id="{4E7C407A-0956-FEE4-6EC0-EC5E990222DE}"/>
              </a:ext>
            </a:extLst>
          </p:cNvPr>
          <p:cNvSpPr>
            <a:spLocks noGrp="1"/>
          </p:cNvSpPr>
          <p:nvPr>
            <p:ph sz="quarter" idx="10"/>
          </p:nvPr>
        </p:nvSpPr>
        <p:spPr>
          <a:xfrm>
            <a:off x="602901" y="1557495"/>
            <a:ext cx="10733339" cy="4907093"/>
          </a:xfrm>
        </p:spPr>
        <p:txBody>
          <a:bodyPr>
            <a:normAutofit/>
          </a:bodyPr>
          <a:lstStyle/>
          <a:p>
            <a:pPr marL="457200" indent="-457200">
              <a:buFont typeface="Arial" panose="020B0604020202020204" pitchFamily="34" charset="0"/>
              <a:buChar char="•"/>
            </a:pPr>
            <a:r>
              <a:rPr lang="it-IT" dirty="0">
                <a:latin typeface="Arial" panose="020B0604020202020204" pitchFamily="34" charset="0"/>
                <a:ea typeface="Verdana" panose="020B0604030504040204" pitchFamily="34" charset="0"/>
              </a:rPr>
              <a:t>The </a:t>
            </a:r>
            <a:r>
              <a:rPr lang="it-IT" dirty="0" err="1">
                <a:latin typeface="Arial" panose="020B0604020202020204" pitchFamily="34" charset="0"/>
                <a:ea typeface="Verdana" panose="020B0604030504040204" pitchFamily="34" charset="0"/>
              </a:rPr>
              <a:t>assignment</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also</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requires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another</a:t>
            </a:r>
            <a:r>
              <a:rPr lang="it-IT" dirty="0">
                <a:latin typeface="Arial" panose="020B0604020202020204" pitchFamily="34" charset="0"/>
                <a:ea typeface="Verdana" panose="020B0604030504040204" pitchFamily="34" charset="0"/>
              </a:rPr>
              <a:t> task </a:t>
            </a:r>
            <a:r>
              <a:rPr lang="it-IT" dirty="0" err="1">
                <a:latin typeface="Arial" panose="020B0604020202020204" pitchFamily="34" charset="0"/>
                <a:ea typeface="Verdana" panose="020B0604030504040204" pitchFamily="34" charset="0"/>
              </a:rPr>
              <a:t>that</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periodically</a:t>
            </a:r>
            <a:r>
              <a:rPr lang="it-IT" dirty="0">
                <a:latin typeface="Arial" panose="020B0604020202020204" pitchFamily="34" charset="0"/>
                <a:ea typeface="Verdana" panose="020B0604030504040204" pitchFamily="34" charset="0"/>
              </a:rPr>
              <a:t> checks the buffer </a:t>
            </a:r>
            <a:r>
              <a:rPr lang="it-IT" dirty="0" err="1">
                <a:latin typeface="Arial" panose="020B0604020202020204" pitchFamily="34" charset="0"/>
                <a:ea typeface="Verdana" panose="020B0604030504040204" pitchFamily="34" charset="0"/>
              </a:rPr>
              <a:t>length</a:t>
            </a:r>
            <a:r>
              <a:rPr lang="it-IT" dirty="0">
                <a:latin typeface="Arial" panose="020B0604020202020204" pitchFamily="34" charset="0"/>
                <a:ea typeface="Verdana" panose="020B0604030504040204" pitchFamily="34" charset="0"/>
              </a:rPr>
              <a:t> to </a:t>
            </a:r>
            <a:r>
              <a:rPr lang="it-IT" dirty="0" err="1">
                <a:latin typeface="Arial" panose="020B0604020202020204" pitchFamily="34" charset="0"/>
                <a:ea typeface="Verdana" panose="020B0604030504040204" pitchFamily="34" charset="0"/>
              </a:rPr>
              <a:t>adjust</a:t>
            </a:r>
            <a:r>
              <a:rPr lang="it-IT" dirty="0">
                <a:latin typeface="Arial" panose="020B0604020202020204" pitchFamily="34" charset="0"/>
                <a:ea typeface="Verdana" panose="020B0604030504040204" pitchFamily="34" charset="0"/>
              </a:rPr>
              <a:t> the production rate. </a:t>
            </a:r>
            <a:r>
              <a:rPr lang="it-IT" dirty="0" err="1">
                <a:latin typeface="Arial" panose="020B0604020202020204" pitchFamily="34" charset="0"/>
                <a:ea typeface="Verdana" panose="020B0604030504040204" pitchFamily="34" charset="0"/>
              </a:rPr>
              <a:t>This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actor</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has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been</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called</a:t>
            </a:r>
            <a:r>
              <a:rPr lang="it-IT" dirty="0">
                <a:latin typeface="Arial" panose="020B0604020202020204" pitchFamily="34" charset="0"/>
                <a:ea typeface="Verdana" panose="020B0604030504040204" pitchFamily="34" charset="0"/>
              </a:rPr>
              <a:t> «rate controller».</a:t>
            </a:r>
          </a:p>
          <a:p>
            <a:pPr marL="457200" indent="-457200">
              <a:buFont typeface="Arial" panose="020B0604020202020204" pitchFamily="34" charset="0"/>
              <a:buChar char="•"/>
            </a:pPr>
            <a:endParaRPr lang="it-IT" dirty="0">
              <a:latin typeface="Arial" panose="020B0604020202020204" pitchFamily="34" charset="0"/>
              <a:ea typeface="Verdana" panose="020B0604030504040204" pitchFamily="34" charset="0"/>
            </a:endParaRPr>
          </a:p>
          <a:p>
            <a:pPr marL="457200" indent="-457200">
              <a:buFont typeface="Arial" panose="020B0604020202020204" pitchFamily="34" charset="0"/>
              <a:buChar char="•"/>
            </a:pPr>
            <a:r>
              <a:rPr lang="it-IT" dirty="0" err="1">
                <a:latin typeface="Arial" panose="020B0604020202020204" pitchFamily="34" charset="0"/>
                <a:ea typeface="Verdana" panose="020B0604030504040204" pitchFamily="34" charset="0"/>
              </a:rPr>
              <a:t>It</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has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been</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implemented</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as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another</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thread</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that</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sleeps</a:t>
            </a:r>
            <a:r>
              <a:rPr lang="it-IT" dirty="0">
                <a:latin typeface="Arial" panose="020B0604020202020204" pitchFamily="34" charset="0"/>
                <a:ea typeface="Verdana" panose="020B0604030504040204" pitchFamily="34" charset="0"/>
              </a:rPr>
              <a:t> for a </a:t>
            </a:r>
            <a:r>
              <a:rPr lang="it-IT" dirty="0" err="1">
                <a:latin typeface="Arial" panose="020B0604020202020204" pitchFamily="34" charset="0"/>
                <a:ea typeface="Verdana" panose="020B0604030504040204" pitchFamily="34" charset="0"/>
              </a:rPr>
              <a:t>fixed</a:t>
            </a:r>
            <a:r>
              <a:rPr lang="it-IT" dirty="0">
                <a:latin typeface="Arial" panose="020B0604020202020204" pitchFamily="34" charset="0"/>
                <a:ea typeface="Verdana" panose="020B0604030504040204" pitchFamily="34" charset="0"/>
              </a:rPr>
              <a:t> time (</a:t>
            </a:r>
            <a:r>
              <a:rPr lang="it-IT" i="1" dirty="0" err="1">
                <a:solidFill>
                  <a:srgbClr val="00B050"/>
                </a:solidFill>
                <a:latin typeface="Arial" panose="020B0604020202020204" pitchFamily="34" charset="0"/>
                <a:ea typeface="Verdana" panose="020B0604030504040204" pitchFamily="34" charset="0"/>
              </a:rPr>
              <a:t>rate_controller_period_ms</a:t>
            </a:r>
            <a:r>
              <a:rPr lang="it-IT" dirty="0">
                <a:latin typeface="Arial" panose="020B0604020202020204" pitchFamily="34" charset="0"/>
                <a:ea typeface="Verdana" panose="020B0604030504040204" pitchFamily="34" charset="0"/>
              </a:rPr>
              <a:t>) and </a:t>
            </a:r>
            <a:r>
              <a:rPr lang="it-IT" dirty="0" err="1">
                <a:latin typeface="Arial" panose="020B0604020202020204" pitchFamily="34" charset="0"/>
                <a:ea typeface="Verdana" panose="020B0604030504040204" pitchFamily="34" charset="0"/>
              </a:rPr>
              <a:t>then</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does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its</a:t>
            </a:r>
            <a:r>
              <a:rPr lang="it-IT" dirty="0">
                <a:latin typeface="Arial" panose="020B0604020202020204" pitchFamily="34" charset="0"/>
                <a:ea typeface="Verdana" panose="020B0604030504040204" pitchFamily="34" charset="0"/>
              </a:rPr>
              <a:t> work.</a:t>
            </a:r>
          </a:p>
          <a:p>
            <a:pPr marL="457200" indent="-457200">
              <a:buFont typeface="Arial" panose="020B0604020202020204" pitchFamily="34" charset="0"/>
              <a:buChar char="•"/>
            </a:pPr>
            <a:endParaRPr lang="it-IT" dirty="0">
              <a:latin typeface="Arial" panose="020B0604020202020204" pitchFamily="34" charset="0"/>
              <a:ea typeface="Verdana" panose="020B0604030504040204" pitchFamily="34" charset="0"/>
            </a:endParaRPr>
          </a:p>
          <a:p>
            <a:pPr marL="457200" indent="-457200">
              <a:buFont typeface="Arial" panose="020B0604020202020204" pitchFamily="34" charset="0"/>
              <a:buChar char="•"/>
            </a:pPr>
            <a:r>
              <a:rPr lang="it-IT" dirty="0">
                <a:latin typeface="Arial" panose="020B0604020202020204" pitchFamily="34" charset="0"/>
                <a:ea typeface="Verdana" panose="020B0604030504040204" pitchFamily="34" charset="0"/>
              </a:rPr>
              <a:t>The rate controller accesses the production rate, </a:t>
            </a:r>
            <a:r>
              <a:rPr lang="it-IT" dirty="0" err="1">
                <a:latin typeface="Arial" panose="020B0604020202020204" pitchFamily="34" charset="0"/>
                <a:ea typeface="Verdana" panose="020B0604030504040204" pitchFamily="34" charset="0"/>
              </a:rPr>
              <a:t>but</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also</a:t>
            </a:r>
            <a:r>
              <a:rPr lang="it-IT" dirty="0">
                <a:latin typeface="Arial" panose="020B0604020202020204" pitchFamily="34" charset="0"/>
                <a:ea typeface="Verdana" panose="020B0604030504040204" pitchFamily="34" charset="0"/>
              </a:rPr>
              <a:t> the producer, </a:t>
            </a:r>
            <a:r>
              <a:rPr lang="it-IT" dirty="0" err="1">
                <a:latin typeface="Arial" panose="020B0604020202020204" pitchFamily="34" charset="0"/>
                <a:ea typeface="Verdana" panose="020B0604030504040204" pitchFamily="34" charset="0"/>
              </a:rPr>
              <a:t>then</a:t>
            </a:r>
            <a:r>
              <a:rPr lang="it-IT" dirty="0">
                <a:latin typeface="Arial" panose="020B0604020202020204" pitchFamily="34" charset="0"/>
                <a:ea typeface="Verdana" panose="020B0604030504040204" pitchFamily="34" charset="0"/>
              </a:rPr>
              <a:t> the production time (</a:t>
            </a:r>
            <a:r>
              <a:rPr lang="it-IT" i="1" dirty="0" err="1">
                <a:solidFill>
                  <a:srgbClr val="00B050"/>
                </a:solidFill>
                <a:latin typeface="Arial" panose="020B0604020202020204" pitchFamily="34" charset="0"/>
                <a:ea typeface="Verdana" panose="020B0604030504040204" pitchFamily="34" charset="0"/>
              </a:rPr>
              <a:t>prod_time_ms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is</a:t>
            </a:r>
            <a:r>
              <a:rPr lang="it-IT" dirty="0">
                <a:latin typeface="Arial" panose="020B0604020202020204" pitchFamily="34" charset="0"/>
                <a:ea typeface="Verdana" panose="020B0604030504040204" pitchFamily="34" charset="0"/>
              </a:rPr>
              <a:t> a </a:t>
            </a:r>
            <a:r>
              <a:rPr lang="it-IT" dirty="0" err="1">
                <a:latin typeface="Arial" panose="020B0604020202020204" pitchFamily="34" charset="0"/>
                <a:ea typeface="Verdana" panose="020B0604030504040204" pitchFamily="34" charset="0"/>
              </a:rPr>
              <a:t>shared</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variable</a:t>
            </a:r>
            <a:r>
              <a:rPr lang="it-IT" dirty="0">
                <a:latin typeface="Arial" panose="020B0604020202020204" pitchFamily="34" charset="0"/>
                <a:ea typeface="Verdana" panose="020B0604030504040204" pitchFamily="34" charset="0"/>
              </a:rPr>
              <a:t>.</a:t>
            </a:r>
          </a:p>
          <a:p>
            <a:pPr marL="457200" indent="-457200">
              <a:buFont typeface="Arial" panose="020B0604020202020204" pitchFamily="34" charset="0"/>
              <a:buChar char="•"/>
            </a:pPr>
            <a:endParaRPr lang="it-IT" dirty="0">
              <a:latin typeface="Arial" panose="020B0604020202020204" pitchFamily="34" charset="0"/>
              <a:ea typeface="Verdana" panose="020B0604030504040204" pitchFamily="34" charset="0"/>
            </a:endParaRPr>
          </a:p>
        </p:txBody>
      </p:sp>
      <p:sp>
        <p:nvSpPr>
          <p:cNvPr id="7" name="Titolo 1">
            <a:extLst>
              <a:ext uri="{FF2B5EF4-FFF2-40B4-BE49-F238E27FC236}">
                <a16:creationId xmlns:a16="http://schemas.microsoft.com/office/drawing/2014/main" id="{85DA8C82-2250-4D1A-79B7-CE84FBBC0303}"/>
              </a:ext>
            </a:extLst>
          </p:cNvPr>
          <p:cNvSpPr>
            <a:spLocks noGrp="1"/>
          </p:cNvSpPr>
          <p:nvPr>
            <p:ph type="title"/>
          </p:nvPr>
        </p:nvSpPr>
        <p:spPr>
          <a:xfrm>
            <a:off x="2886692" y="340220"/>
            <a:ext cx="9305308" cy="471341"/>
          </a:xfrm>
        </p:spPr>
        <p:txBody>
          <a:bodyPr>
            <a:normAutofit fontScale="90000"/>
          </a:bodyPr>
          <a:lstStyle/>
          <a:p>
            <a:r>
              <a:rPr lang="en-US" dirty="0">
                <a:solidFill>
                  <a:schemeClr val="bg1"/>
                </a:solidFill>
              </a:rPr>
              <a:t>Rate controller</a:t>
            </a:r>
          </a:p>
        </p:txBody>
      </p:sp>
    </p:spTree>
    <p:extLst>
      <p:ext uri="{BB962C8B-B14F-4D97-AF65-F5344CB8AC3E}">
        <p14:creationId xmlns:p14="http://schemas.microsoft.com/office/powerpoint/2010/main" val="882447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561E8-1B9F-7857-F40E-2C8DD58D0EA4}"/>
            </a:ext>
          </a:extLst>
        </p:cNvPr>
        <p:cNvGrpSpPr/>
        <p:nvPr/>
      </p:nvGrpSpPr>
      <p:grpSpPr>
        <a:xfrm>
          <a:off x="0" y="0"/>
          <a:ext cx="0" cy="0"/>
          <a:chOff x="0" y="0"/>
          <a:chExt cx="0" cy="0"/>
        </a:xfrm>
      </p:grpSpPr>
      <p:sp>
        <p:nvSpPr>
          <p:cNvPr id="8" name="Segnaposto contenuto 7">
            <a:extLst>
              <a:ext uri="{FF2B5EF4-FFF2-40B4-BE49-F238E27FC236}">
                <a16:creationId xmlns:a16="http://schemas.microsoft.com/office/drawing/2014/main" id="{AA77A0BF-B8C0-BAE7-0AC9-99F1FFC42867}"/>
              </a:ext>
            </a:extLst>
          </p:cNvPr>
          <p:cNvSpPr>
            <a:spLocks noGrp="1"/>
          </p:cNvSpPr>
          <p:nvPr>
            <p:ph sz="quarter" idx="10"/>
          </p:nvPr>
        </p:nvSpPr>
        <p:spPr>
          <a:xfrm>
            <a:off x="602901" y="1557495"/>
            <a:ext cx="10733339" cy="4907093"/>
          </a:xfrm>
        </p:spPr>
        <p:txBody>
          <a:bodyPr>
            <a:normAutofit/>
          </a:bodyPr>
          <a:lstStyle/>
          <a:p>
            <a:pPr marL="457200" indent="-457200">
              <a:buFont typeface="Arial" panose="020B0604020202020204" pitchFamily="34" charset="0"/>
              <a:buChar char="•"/>
            </a:pPr>
            <a:r>
              <a:rPr lang="it-IT" dirty="0">
                <a:latin typeface="Arial" panose="020B0604020202020204" pitchFamily="34" charset="0"/>
                <a:ea typeface="Verdana" panose="020B0604030504040204" pitchFamily="34" charset="0"/>
              </a:rPr>
              <a:t>To </a:t>
            </a:r>
            <a:r>
              <a:rPr lang="it-IT" dirty="0" err="1">
                <a:latin typeface="Arial" panose="020B0604020202020204" pitchFamily="34" charset="0"/>
                <a:ea typeface="Verdana" panose="020B0604030504040204" pitchFamily="34" charset="0"/>
              </a:rPr>
              <a:t>protect</a:t>
            </a:r>
            <a:r>
              <a:rPr lang="it-IT" dirty="0">
                <a:latin typeface="Arial" panose="020B0604020202020204" pitchFamily="34" charset="0"/>
                <a:ea typeface="Verdana" panose="020B0604030504040204" pitchFamily="34" charset="0"/>
              </a:rPr>
              <a:t> the </a:t>
            </a:r>
            <a:r>
              <a:rPr lang="it-IT" dirty="0" err="1">
                <a:latin typeface="Arial" panose="020B0604020202020204" pitchFamily="34" charset="0"/>
                <a:ea typeface="Verdana" panose="020B0604030504040204" pitchFamily="34" charset="0"/>
              </a:rPr>
              <a:t>variable</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used</a:t>
            </a:r>
            <a:r>
              <a:rPr lang="it-IT" dirty="0">
                <a:latin typeface="Arial" panose="020B0604020202020204" pitchFamily="34" charset="0"/>
                <a:ea typeface="Verdana" panose="020B0604030504040204" pitchFamily="34" charset="0"/>
              </a:rPr>
              <a:t> by </a:t>
            </a:r>
            <a:r>
              <a:rPr lang="it-IT" dirty="0" err="1">
                <a:latin typeface="Arial" panose="020B0604020202020204" pitchFamily="34" charset="0"/>
                <a:ea typeface="Verdana" panose="020B0604030504040204" pitchFamily="34" charset="0"/>
              </a:rPr>
              <a:t>both</a:t>
            </a:r>
            <a:r>
              <a:rPr lang="it-IT" dirty="0">
                <a:latin typeface="Arial" panose="020B0604020202020204" pitchFamily="34" charset="0"/>
                <a:ea typeface="Verdana" panose="020B0604030504040204" pitchFamily="34" charset="0"/>
              </a:rPr>
              <a:t> rate controller and producer, the </a:t>
            </a:r>
            <a:r>
              <a:rPr lang="it-IT" dirty="0" err="1">
                <a:latin typeface="Arial" panose="020B0604020202020204" pitchFamily="34" charset="0"/>
                <a:ea typeface="Verdana" panose="020B0604030504040204" pitchFamily="34" charset="0"/>
              </a:rPr>
              <a:t>mutex</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called</a:t>
            </a:r>
            <a:r>
              <a:rPr lang="it-IT" dirty="0">
                <a:latin typeface="Arial" panose="020B0604020202020204" pitchFamily="34" charset="0"/>
                <a:ea typeface="Verdana" panose="020B0604030504040204" pitchFamily="34" charset="0"/>
              </a:rPr>
              <a:t> </a:t>
            </a:r>
            <a:r>
              <a:rPr lang="it-IT" i="1" dirty="0" err="1">
                <a:solidFill>
                  <a:srgbClr val="00B050"/>
                </a:solidFill>
                <a:latin typeface="Arial" panose="020B0604020202020204" pitchFamily="34" charset="0"/>
                <a:ea typeface="Verdana" panose="020B0604030504040204" pitchFamily="34" charset="0"/>
              </a:rPr>
              <a:t>prod_rate_mutex</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has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been</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used</a:t>
            </a:r>
            <a:r>
              <a:rPr lang="it-IT" dirty="0">
                <a:latin typeface="Arial" panose="020B0604020202020204" pitchFamily="34" charset="0"/>
                <a:ea typeface="Verdana" panose="020B0604030504040204" pitchFamily="34" charset="0"/>
              </a:rPr>
              <a:t>.</a:t>
            </a:r>
          </a:p>
          <a:p>
            <a:pPr marL="457200" indent="-457200">
              <a:buFont typeface="Arial" panose="020B0604020202020204" pitchFamily="34" charset="0"/>
              <a:buChar char="•"/>
            </a:pPr>
            <a:endParaRPr lang="it-IT" dirty="0">
              <a:latin typeface="Arial" panose="020B0604020202020204" pitchFamily="34" charset="0"/>
              <a:ea typeface="Verdana" panose="020B0604030504040204" pitchFamily="34" charset="0"/>
            </a:endParaRPr>
          </a:p>
          <a:p>
            <a:pPr marL="457200" indent="-457200">
              <a:buFont typeface="Arial" panose="020B0604020202020204" pitchFamily="34" charset="0"/>
              <a:buChar char="•"/>
            </a:pPr>
            <a:r>
              <a:rPr lang="it-IT" dirty="0" err="1">
                <a:latin typeface="Arial" panose="020B0604020202020204" pitchFamily="34" charset="0"/>
                <a:ea typeface="Verdana" panose="020B0604030504040204" pitchFamily="34" charset="0"/>
                <a:cs typeface="Arial" panose="020B0604020202020204" pitchFamily="34" charset="0"/>
              </a:rPr>
              <a:t>It</a:t>
            </a:r>
            <a:r>
              <a:rPr lang="it-IT" dirty="0">
                <a:latin typeface="Arial" panose="020B0604020202020204" pitchFamily="34" charset="0"/>
                <a:ea typeface="Verdana" panose="020B0604030504040204" pitchFamily="34" charset="0"/>
                <a:cs typeface="Arial" panose="020B0604020202020204" pitchFamily="34" charset="0"/>
              </a:rPr>
              <a:t> </a:t>
            </a:r>
            <a:r>
              <a:rPr lang="it-IT" dirty="0" err="1">
                <a:latin typeface="Arial" panose="020B0604020202020204" pitchFamily="34" charset="0"/>
                <a:ea typeface="Verdana" panose="020B0604030504040204" pitchFamily="34" charset="0"/>
                <a:cs typeface="Arial" panose="020B0604020202020204" pitchFamily="34" charset="0"/>
              </a:rPr>
              <a:t>is</a:t>
            </a:r>
            <a:r>
              <a:rPr lang="it-IT" dirty="0">
                <a:latin typeface="Arial" panose="020B0604020202020204" pitchFamily="34" charset="0"/>
                <a:ea typeface="Verdana" panose="020B0604030504040204" pitchFamily="34" charset="0"/>
                <a:cs typeface="Arial" panose="020B0604020202020204" pitchFamily="34" charset="0"/>
              </a:rPr>
              <a:t> </a:t>
            </a:r>
            <a:r>
              <a:rPr lang="it-IT" dirty="0" err="1">
                <a:latin typeface="Arial" panose="020B0604020202020204" pitchFamily="34" charset="0"/>
                <a:ea typeface="Verdana" panose="020B0604030504040204" pitchFamily="34" charset="0"/>
                <a:cs typeface="Arial" panose="020B0604020202020204" pitchFamily="34" charset="0"/>
              </a:rPr>
              <a:t>different</a:t>
            </a:r>
            <a:r>
              <a:rPr lang="it-IT" dirty="0">
                <a:latin typeface="Arial" panose="020B0604020202020204" pitchFamily="34" charset="0"/>
                <a:ea typeface="Verdana" panose="020B0604030504040204" pitchFamily="34" charset="0"/>
                <a:cs typeface="Arial" panose="020B0604020202020204" pitchFamily="34" charset="0"/>
              </a:rPr>
              <a:t> from the first </a:t>
            </a:r>
            <a:r>
              <a:rPr lang="it-IT" dirty="0" err="1">
                <a:latin typeface="Arial" panose="020B0604020202020204" pitchFamily="34" charset="0"/>
                <a:ea typeface="Verdana" panose="020B0604030504040204" pitchFamily="34" charset="0"/>
                <a:cs typeface="Arial" panose="020B0604020202020204" pitchFamily="34" charset="0"/>
              </a:rPr>
              <a:t>mutex</a:t>
            </a:r>
            <a:r>
              <a:rPr lang="it-IT" dirty="0">
                <a:latin typeface="Arial" panose="020B0604020202020204" pitchFamily="34" charset="0"/>
                <a:ea typeface="Verdana" panose="020B0604030504040204" pitchFamily="34" charset="0"/>
                <a:cs typeface="Arial" panose="020B0604020202020204" pitchFamily="34" charset="0"/>
              </a:rPr>
              <a:t> </a:t>
            </a:r>
            <a:r>
              <a:rPr lang="it-IT" dirty="0" err="1">
                <a:latin typeface="Arial" panose="020B0604020202020204" pitchFamily="34" charset="0"/>
                <a:ea typeface="Verdana" panose="020B0604030504040204" pitchFamily="34" charset="0"/>
                <a:cs typeface="Arial" panose="020B0604020202020204" pitchFamily="34" charset="0"/>
              </a:rPr>
              <a:t>that</a:t>
            </a:r>
            <a:r>
              <a:rPr lang="it-IT" dirty="0">
                <a:latin typeface="Arial" panose="020B0604020202020204" pitchFamily="34" charset="0"/>
                <a:ea typeface="Verdana" panose="020B0604030504040204" pitchFamily="34" charset="0"/>
                <a:cs typeface="Arial" panose="020B0604020202020204" pitchFamily="34" charset="0"/>
              </a:rPr>
              <a:t> </a:t>
            </a:r>
            <a:r>
              <a:rPr lang="it-IT" dirty="0" err="1">
                <a:latin typeface="Arial" panose="020B0604020202020204" pitchFamily="34" charset="0"/>
                <a:ea typeface="Verdana" panose="020B0604030504040204" pitchFamily="34" charset="0"/>
                <a:cs typeface="Arial" panose="020B0604020202020204" pitchFamily="34" charset="0"/>
              </a:rPr>
              <a:t>has</a:t>
            </a:r>
            <a:r>
              <a:rPr lang="it-IT" dirty="0">
                <a:latin typeface="Arial" panose="020B0604020202020204" pitchFamily="34" charset="0"/>
                <a:ea typeface="Verdana" panose="020B0604030504040204" pitchFamily="34" charset="0"/>
                <a:cs typeface="Arial" panose="020B0604020202020204" pitchFamily="34" charset="0"/>
              </a:rPr>
              <a:t> </a:t>
            </a:r>
            <a:r>
              <a:rPr lang="it-IT" dirty="0" err="1">
                <a:latin typeface="Arial" panose="020B0604020202020204" pitchFamily="34" charset="0"/>
                <a:ea typeface="Verdana" panose="020B0604030504040204" pitchFamily="34" charset="0"/>
                <a:cs typeface="Arial" panose="020B0604020202020204" pitchFamily="34" charset="0"/>
              </a:rPr>
              <a:t>been</a:t>
            </a:r>
            <a:r>
              <a:rPr lang="it-IT" dirty="0">
                <a:latin typeface="Arial" panose="020B0604020202020204" pitchFamily="34" charset="0"/>
                <a:ea typeface="Verdana" panose="020B0604030504040204" pitchFamily="34" charset="0"/>
                <a:cs typeface="Arial" panose="020B0604020202020204" pitchFamily="34" charset="0"/>
              </a:rPr>
              <a:t> </a:t>
            </a:r>
            <a:r>
              <a:rPr lang="it-IT" dirty="0" err="1">
                <a:latin typeface="Arial" panose="020B0604020202020204" pitchFamily="34" charset="0"/>
                <a:ea typeface="Verdana" panose="020B0604030504040204" pitchFamily="34" charset="0"/>
                <a:cs typeface="Arial" panose="020B0604020202020204" pitchFamily="34" charset="0"/>
              </a:rPr>
              <a:t>used</a:t>
            </a:r>
            <a:r>
              <a:rPr lang="it-IT" dirty="0">
                <a:latin typeface="Arial" panose="020B0604020202020204" pitchFamily="34" charset="0"/>
                <a:ea typeface="Verdana" panose="020B0604030504040204" pitchFamily="34" charset="0"/>
                <a:cs typeface="Arial" panose="020B0604020202020204" pitchFamily="34" charset="0"/>
              </a:rPr>
              <a:t> </a:t>
            </a:r>
            <a:r>
              <a:rPr lang="it-IT" dirty="0" err="1">
                <a:latin typeface="Arial" panose="020B0604020202020204" pitchFamily="34" charset="0"/>
                <a:ea typeface="Verdana" panose="020B0604030504040204" pitchFamily="34" charset="0"/>
                <a:cs typeface="Arial" panose="020B0604020202020204" pitchFamily="34" charset="0"/>
              </a:rPr>
              <a:t>because</a:t>
            </a:r>
            <a:r>
              <a:rPr lang="it-IT" dirty="0">
                <a:latin typeface="Arial" panose="020B0604020202020204" pitchFamily="34" charset="0"/>
                <a:ea typeface="Verdana" panose="020B0604030504040204" pitchFamily="34" charset="0"/>
                <a:cs typeface="Arial" panose="020B0604020202020204" pitchFamily="34" charset="0"/>
              </a:rPr>
              <a:t> </a:t>
            </a:r>
            <a:r>
              <a:rPr lang="it-IT" dirty="0" err="1">
                <a:latin typeface="Arial" panose="020B0604020202020204" pitchFamily="34" charset="0"/>
                <a:ea typeface="Verdana" panose="020B0604030504040204" pitchFamily="34" charset="0"/>
                <a:cs typeface="Arial" panose="020B0604020202020204" pitchFamily="34" charset="0"/>
              </a:rPr>
              <a:t>using</a:t>
            </a:r>
            <a:r>
              <a:rPr lang="it-IT" dirty="0">
                <a:latin typeface="Arial" panose="020B0604020202020204" pitchFamily="34" charset="0"/>
                <a:ea typeface="Verdana" panose="020B0604030504040204" pitchFamily="34" charset="0"/>
                <a:cs typeface="Arial" panose="020B0604020202020204" pitchFamily="34" charset="0"/>
              </a:rPr>
              <a:t> a</a:t>
            </a:r>
            <a:r>
              <a:rPr lang="it-IT" dirty="0">
                <a:latin typeface="Arial" panose="020B0604020202020204" pitchFamily="34" charset="0"/>
                <a:cs typeface="Arial" panose="020B0604020202020204" pitchFamily="34" charset="0"/>
              </a:rPr>
              <a:t> single </a:t>
            </a:r>
            <a:r>
              <a:rPr lang="it-IT" dirty="0" err="1">
                <a:latin typeface="Arial" panose="020B0604020202020204" pitchFamily="34" charset="0"/>
                <a:cs typeface="Arial" panose="020B0604020202020204" pitchFamily="34" charset="0"/>
              </a:rPr>
              <a:t>shared</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mutex</a:t>
            </a:r>
            <a:r>
              <a:rPr lang="it-IT" dirty="0">
                <a:latin typeface="Arial" panose="020B0604020202020204" pitchFamily="34" charset="0"/>
                <a:cs typeface="Arial" panose="020B0604020202020204" pitchFamily="34" charset="0"/>
              </a:rPr>
              <a:t> for </a:t>
            </a:r>
            <a:r>
              <a:rPr lang="it-IT" dirty="0" err="1">
                <a:latin typeface="Arial" panose="020B0604020202020204" pitchFamily="34" charset="0"/>
                <a:cs typeface="Arial" panose="020B0604020202020204" pitchFamily="34" charset="0"/>
              </a:rPr>
              <a:t>everything</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would</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have</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been</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simpler</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but</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also</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less</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efficient</a:t>
            </a:r>
            <a:r>
              <a:rPr lang="it-IT" dirty="0">
                <a:latin typeface="Arial" panose="020B0604020202020204" pitchFamily="34" charset="0"/>
                <a:ea typeface="Verdana" panose="020B0604030504040204" pitchFamily="34" charset="0"/>
                <a:cs typeface="Arial" panose="020B0604020202020204" pitchFamily="34" charset="0"/>
              </a:rPr>
              <a:t>.</a:t>
            </a:r>
          </a:p>
          <a:p>
            <a:pPr marL="457200" indent="-457200">
              <a:buFont typeface="Arial" panose="020B0604020202020204" pitchFamily="34" charset="0"/>
              <a:buChar char="•"/>
            </a:pPr>
            <a:endParaRPr lang="it-IT" dirty="0">
              <a:latin typeface="Arial" panose="020B0604020202020204" pitchFamily="34" charset="0"/>
              <a:ea typeface="Verdana" panose="020B0604030504040204" pitchFamily="34" charset="0"/>
            </a:endParaRPr>
          </a:p>
          <a:p>
            <a:pPr marL="457200" indent="-457200">
              <a:buFont typeface="Arial" panose="020B0604020202020204" pitchFamily="34" charset="0"/>
              <a:buChar char="•"/>
            </a:pPr>
            <a:r>
              <a:rPr lang="it-IT" dirty="0" err="1">
                <a:latin typeface="Arial" panose="020B0604020202020204" pitchFamily="34" charset="0"/>
                <a:ea typeface="Verdana" panose="020B0604030504040204" pitchFamily="34" charset="0"/>
                <a:cs typeface="Arial" panose="020B0604020202020204" pitchFamily="34" charset="0"/>
              </a:rPr>
              <a:t>Indeed</a:t>
            </a:r>
            <a:r>
              <a:rPr lang="it-IT" dirty="0">
                <a:latin typeface="Arial" panose="020B0604020202020204" pitchFamily="34" charset="0"/>
                <a:ea typeface="Verdana" panose="020B060403050404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two</a:t>
            </a:r>
            <a:r>
              <a:rPr lang="it-IT" dirty="0">
                <a:latin typeface="Arial" panose="020B0604020202020204" pitchFamily="34" charset="0"/>
                <a:cs typeface="Arial" panose="020B0604020202020204" pitchFamily="34" charset="0"/>
              </a:rPr>
              <a:t> separate </a:t>
            </a:r>
            <a:r>
              <a:rPr lang="it-IT" dirty="0" err="1">
                <a:latin typeface="Arial" panose="020B0604020202020204" pitchFamily="34" charset="0"/>
                <a:cs typeface="Arial" panose="020B0604020202020204" pitchFamily="34" charset="0"/>
              </a:rPr>
              <a:t>mutexes</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allows</a:t>
            </a:r>
            <a:r>
              <a:rPr lang="it-IT" dirty="0">
                <a:latin typeface="Arial" panose="020B0604020202020204" pitchFamily="34" charset="0"/>
                <a:cs typeface="Arial" panose="020B0604020202020204" pitchFamily="34" charset="0"/>
              </a:rPr>
              <a:t> the consumer and the rate controller to </a:t>
            </a:r>
            <a:r>
              <a:rPr lang="it-IT" dirty="0" err="1">
                <a:latin typeface="Arial" panose="020B0604020202020204" pitchFamily="34" charset="0"/>
                <a:cs typeface="Arial" panose="020B0604020202020204" pitchFamily="34" charset="0"/>
              </a:rPr>
              <a:t>run</a:t>
            </a:r>
            <a:r>
              <a:rPr lang="it-IT" dirty="0">
                <a:latin typeface="Arial" panose="020B0604020202020204" pitchFamily="34" charset="0"/>
                <a:cs typeface="Arial" panose="020B0604020202020204" pitchFamily="34" charset="0"/>
              </a:rPr>
              <a:t> in </a:t>
            </a:r>
            <a:r>
              <a:rPr lang="it-IT" dirty="0" err="1">
                <a:latin typeface="Arial" panose="020B0604020202020204" pitchFamily="34" charset="0"/>
                <a:cs typeface="Arial" panose="020B0604020202020204" pitchFamily="34" charset="0"/>
              </a:rPr>
              <a:t>parallel</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improving</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efficiency</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without</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sacrificing</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correctness</a:t>
            </a:r>
            <a:r>
              <a:rPr lang="it-IT" dirty="0">
                <a:latin typeface="Arial" panose="020B0604020202020204" pitchFamily="34" charset="0"/>
                <a:cs typeface="Arial" panose="020B0604020202020204" pitchFamily="34" charset="0"/>
              </a:rPr>
              <a:t>.</a:t>
            </a:r>
            <a:endParaRPr lang="it-IT" dirty="0">
              <a:latin typeface="Arial" panose="020B0604020202020204" pitchFamily="34" charset="0"/>
              <a:ea typeface="Verdana" panose="020B0604030504040204" pitchFamily="34" charset="0"/>
              <a:cs typeface="Arial" panose="020B0604020202020204" pitchFamily="34" charset="0"/>
            </a:endParaRPr>
          </a:p>
        </p:txBody>
      </p:sp>
      <p:sp>
        <p:nvSpPr>
          <p:cNvPr id="7" name="Titolo 1">
            <a:extLst>
              <a:ext uri="{FF2B5EF4-FFF2-40B4-BE49-F238E27FC236}">
                <a16:creationId xmlns:a16="http://schemas.microsoft.com/office/drawing/2014/main" id="{68ADABD2-ED8B-CEBD-1DDB-06BC6CF833A3}"/>
              </a:ext>
            </a:extLst>
          </p:cNvPr>
          <p:cNvSpPr>
            <a:spLocks noGrp="1"/>
          </p:cNvSpPr>
          <p:nvPr>
            <p:ph type="title"/>
          </p:nvPr>
        </p:nvSpPr>
        <p:spPr>
          <a:xfrm>
            <a:off x="2886692" y="340220"/>
            <a:ext cx="9305308" cy="471341"/>
          </a:xfrm>
        </p:spPr>
        <p:txBody>
          <a:bodyPr>
            <a:normAutofit fontScale="90000"/>
          </a:bodyPr>
          <a:lstStyle/>
          <a:p>
            <a:r>
              <a:rPr lang="en-US" dirty="0">
                <a:solidFill>
                  <a:schemeClr val="bg1"/>
                </a:solidFill>
              </a:rPr>
              <a:t>Mutual exclusion - second mutex</a:t>
            </a:r>
          </a:p>
        </p:txBody>
      </p:sp>
    </p:spTree>
    <p:extLst>
      <p:ext uri="{BB962C8B-B14F-4D97-AF65-F5344CB8AC3E}">
        <p14:creationId xmlns:p14="http://schemas.microsoft.com/office/powerpoint/2010/main" val="749211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381FA-D430-A50C-40A4-2E491C5462B1}"/>
            </a:ext>
          </a:extLst>
        </p:cNvPr>
        <p:cNvGrpSpPr/>
        <p:nvPr/>
      </p:nvGrpSpPr>
      <p:grpSpPr>
        <a:xfrm>
          <a:off x="0" y="0"/>
          <a:ext cx="0" cy="0"/>
          <a:chOff x="0" y="0"/>
          <a:chExt cx="0" cy="0"/>
        </a:xfrm>
      </p:grpSpPr>
      <p:sp>
        <p:nvSpPr>
          <p:cNvPr id="8" name="Segnaposto contenuto 7">
            <a:extLst>
              <a:ext uri="{FF2B5EF4-FFF2-40B4-BE49-F238E27FC236}">
                <a16:creationId xmlns:a16="http://schemas.microsoft.com/office/drawing/2014/main" id="{BF4D938C-8398-E514-5F6B-92699C2CFBEF}"/>
              </a:ext>
            </a:extLst>
          </p:cNvPr>
          <p:cNvSpPr>
            <a:spLocks noGrp="1"/>
          </p:cNvSpPr>
          <p:nvPr>
            <p:ph sz="quarter" idx="10"/>
          </p:nvPr>
        </p:nvSpPr>
        <p:spPr>
          <a:xfrm>
            <a:off x="602901" y="1557495"/>
            <a:ext cx="10733339" cy="4907093"/>
          </a:xfrm>
        </p:spPr>
        <p:txBody>
          <a:bodyPr>
            <a:normAutofit/>
          </a:bodyPr>
          <a:lstStyle/>
          <a:p>
            <a:pPr marL="457200" indent="-457200">
              <a:buFont typeface="Arial" panose="020B0604020202020204" pitchFamily="34" charset="0"/>
              <a:buChar char="•"/>
            </a:pPr>
            <a:r>
              <a:rPr lang="it-IT" dirty="0">
                <a:latin typeface="Arial" panose="020B0604020202020204" pitchFamily="34" charset="0"/>
                <a:ea typeface="Verdana" panose="020B0604030504040204" pitchFamily="34" charset="0"/>
              </a:rPr>
              <a:t>In the </a:t>
            </a:r>
            <a:r>
              <a:rPr lang="it-IT" dirty="0" err="1">
                <a:latin typeface="Arial" panose="020B0604020202020204" pitchFamily="34" charset="0"/>
                <a:ea typeface="Verdana" panose="020B0604030504040204" pitchFamily="34" charset="0"/>
              </a:rPr>
              <a:t>program</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different</a:t>
            </a:r>
            <a:r>
              <a:rPr lang="it-IT" dirty="0">
                <a:latin typeface="Arial" panose="020B0604020202020204" pitchFamily="34" charset="0"/>
                <a:ea typeface="Verdana" panose="020B0604030504040204" pitchFamily="34" charset="0"/>
              </a:rPr>
              <a:t> production rate </a:t>
            </a:r>
            <a:r>
              <a:rPr lang="it-IT" dirty="0" err="1">
                <a:latin typeface="Arial" panose="020B0604020202020204" pitchFamily="34" charset="0"/>
                <a:ea typeface="Verdana" panose="020B0604030504040204" pitchFamily="34" charset="0"/>
              </a:rPr>
              <a:t>adjustments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have</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been</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tested</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both</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changing</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values</a:t>
            </a:r>
            <a:r>
              <a:rPr lang="it-IT" dirty="0">
                <a:latin typeface="Arial" panose="020B0604020202020204" pitchFamily="34" charset="0"/>
                <a:ea typeface="Verdana" panose="020B0604030504040204" pitchFamily="34" charset="0"/>
              </a:rPr>
              <a:t> and </a:t>
            </a:r>
            <a:r>
              <a:rPr lang="it-IT" dirty="0" err="1">
                <a:latin typeface="Arial" panose="020B0604020202020204" pitchFamily="34" charset="0"/>
                <a:ea typeface="Verdana" panose="020B0604030504040204" pitchFamily="34" charset="0"/>
              </a:rPr>
              <a:t>also</a:t>
            </a:r>
            <a:r>
              <a:rPr lang="it-IT" dirty="0">
                <a:latin typeface="Arial" panose="020B0604020202020204" pitchFamily="34" charset="0"/>
                <a:ea typeface="Verdana" panose="020B0604030504040204" pitchFamily="34" charset="0"/>
              </a:rPr>
              <a:t> the </a:t>
            </a:r>
            <a:r>
              <a:rPr lang="it-IT" dirty="0" err="1">
                <a:latin typeface="Arial" panose="020B0604020202020204" pitchFamily="34" charset="0"/>
                <a:ea typeface="Verdana" panose="020B0604030504040204" pitchFamily="34" charset="0"/>
              </a:rPr>
              <a:t>mathematical</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formulation</a:t>
            </a:r>
            <a:r>
              <a:rPr lang="it-IT" dirty="0">
                <a:latin typeface="Arial" panose="020B0604020202020204" pitchFamily="34" charset="0"/>
                <a:ea typeface="Verdana" panose="020B0604030504040204" pitchFamily="34" charset="0"/>
              </a:rPr>
              <a:t>:</a:t>
            </a:r>
          </a:p>
          <a:p>
            <a:pPr marL="1028700" lvl="1" indent="-342900">
              <a:buFont typeface="Courier New" panose="02070309020205020404" pitchFamily="49" charset="0"/>
              <a:buChar char="o"/>
            </a:pPr>
            <a:r>
              <a:rPr lang="it-IT" dirty="0" err="1">
                <a:latin typeface="Arial" panose="020B0604020202020204" pitchFamily="34" charset="0"/>
                <a:cs typeface="Arial" panose="020B0604020202020204" pitchFamily="34" charset="0"/>
              </a:rPr>
              <a:t>multiplicative</a:t>
            </a:r>
            <a:r>
              <a:rPr lang="it-IT" dirty="0">
                <a:latin typeface="Arial" panose="020B0604020202020204" pitchFamily="34" charset="0"/>
                <a:cs typeface="Arial" panose="020B0604020202020204" pitchFamily="34" charset="0"/>
              </a:rPr>
              <a:t> mode → </a:t>
            </a:r>
            <a:r>
              <a:rPr lang="it-IT" dirty="0" err="1">
                <a:latin typeface="Arial" panose="020B0604020202020204" pitchFamily="34" charset="0"/>
                <a:cs typeface="Arial" panose="020B0604020202020204" pitchFamily="34" charset="0"/>
              </a:rPr>
              <a:t>multiply</a:t>
            </a:r>
            <a:r>
              <a:rPr lang="it-IT" dirty="0">
                <a:latin typeface="Arial" panose="020B0604020202020204" pitchFamily="34" charset="0"/>
                <a:cs typeface="Arial" panose="020B0604020202020204" pitchFamily="34" charset="0"/>
              </a:rPr>
              <a:t>/divide the production time by a </a:t>
            </a:r>
            <a:r>
              <a:rPr lang="it-IT" dirty="0" err="1">
                <a:latin typeface="Arial" panose="020B0604020202020204" pitchFamily="34" charset="0"/>
                <a:cs typeface="Arial" panose="020B0604020202020204" pitchFamily="34" charset="0"/>
              </a:rPr>
              <a:t>factor</a:t>
            </a:r>
            <a:r>
              <a:rPr lang="it-IT" dirty="0">
                <a:latin typeface="Arial" panose="020B0604020202020204" pitchFamily="34" charset="0"/>
                <a:cs typeface="Arial" panose="020B0604020202020204" pitchFamily="34" charset="0"/>
              </a:rPr>
              <a:t>;</a:t>
            </a:r>
            <a:endParaRPr lang="it-IT" dirty="0">
              <a:latin typeface="Arial" panose="020B0604020202020204" pitchFamily="34" charset="0"/>
              <a:ea typeface="Verdana" panose="020B0604030504040204" pitchFamily="34" charset="0"/>
              <a:cs typeface="Arial" panose="020B0604020202020204" pitchFamily="34" charset="0"/>
            </a:endParaRPr>
          </a:p>
          <a:p>
            <a:pPr marL="1028700" lvl="1" indent="-342900">
              <a:buFont typeface="Courier New" panose="02070309020205020404" pitchFamily="49" charset="0"/>
              <a:buChar char="o"/>
            </a:pPr>
            <a:r>
              <a:rPr lang="it-IT" dirty="0">
                <a:latin typeface="Arial" panose="020B0604020202020204" pitchFamily="34" charset="0"/>
                <a:cs typeface="Arial" panose="020B0604020202020204" pitchFamily="34" charset="0"/>
              </a:rPr>
              <a:t>additive mode → </a:t>
            </a:r>
            <a:r>
              <a:rPr lang="it-IT" dirty="0" err="1">
                <a:latin typeface="Arial" panose="020B0604020202020204" pitchFamily="34" charset="0"/>
                <a:cs typeface="Arial" panose="020B0604020202020204" pitchFamily="34" charset="0"/>
              </a:rPr>
              <a:t>add</a:t>
            </a:r>
            <a:r>
              <a:rPr lang="it-IT" dirty="0">
                <a:latin typeface="Arial" panose="020B0604020202020204" pitchFamily="34" charset="0"/>
                <a:cs typeface="Arial" panose="020B0604020202020204" pitchFamily="34" charset="0"/>
              </a:rPr>
              <a:t>/</a:t>
            </a:r>
            <a:r>
              <a:rPr lang="it-IT" dirty="0" err="1">
                <a:latin typeface="Arial" panose="020B0604020202020204" pitchFamily="34" charset="0"/>
                <a:cs typeface="Arial" panose="020B0604020202020204" pitchFamily="34" charset="0"/>
              </a:rPr>
              <a:t>subtract</a:t>
            </a:r>
            <a:r>
              <a:rPr lang="it-IT" dirty="0">
                <a:latin typeface="Arial" panose="020B0604020202020204" pitchFamily="34" charset="0"/>
                <a:cs typeface="Arial" panose="020B0604020202020204" pitchFamily="34" charset="0"/>
              </a:rPr>
              <a:t> an </a:t>
            </a:r>
            <a:r>
              <a:rPr lang="it-IT" dirty="0" err="1">
                <a:latin typeface="Arial" panose="020B0604020202020204" pitchFamily="34" charset="0"/>
                <a:cs typeface="Arial" panose="020B0604020202020204" pitchFamily="34" charset="0"/>
              </a:rPr>
              <a:t>amount</a:t>
            </a:r>
            <a:r>
              <a:rPr lang="it-IT" dirty="0">
                <a:latin typeface="Arial" panose="020B0604020202020204" pitchFamily="34" charset="0"/>
                <a:cs typeface="Arial" panose="020B0604020202020204" pitchFamily="34" charset="0"/>
              </a:rPr>
              <a:t> to/from the production time.</a:t>
            </a:r>
            <a:endParaRPr lang="it-IT" dirty="0">
              <a:latin typeface="Arial" panose="020B0604020202020204" pitchFamily="34" charset="0"/>
              <a:ea typeface="Verdana" panose="020B0604030504040204" pitchFamily="34" charset="0"/>
              <a:cs typeface="Arial" panose="020B0604020202020204" pitchFamily="34" charset="0"/>
            </a:endParaRPr>
          </a:p>
          <a:p>
            <a:pPr marL="457200" indent="-457200">
              <a:buFont typeface="Arial" panose="020B0604020202020204" pitchFamily="34" charset="0"/>
              <a:buChar char="•"/>
            </a:pPr>
            <a:endParaRPr lang="it-IT" dirty="0">
              <a:latin typeface="Arial" panose="020B0604020202020204" pitchFamily="34" charset="0"/>
              <a:ea typeface="Verdana" panose="020B0604030504040204" pitchFamily="34" charset="0"/>
            </a:endParaRPr>
          </a:p>
          <a:p>
            <a:pPr marL="457200" indent="-457200">
              <a:buFont typeface="Arial" panose="020B0604020202020204" pitchFamily="34" charset="0"/>
              <a:buChar char="•"/>
            </a:pPr>
            <a:r>
              <a:rPr lang="it-IT" dirty="0">
                <a:latin typeface="Arial" panose="020B0604020202020204" pitchFamily="34" charset="0"/>
                <a:ea typeface="Verdana" panose="020B0604030504040204" pitchFamily="34" charset="0"/>
              </a:rPr>
              <a:t>The production rate </a:t>
            </a:r>
            <a:r>
              <a:rPr lang="it-IT" dirty="0" err="1">
                <a:latin typeface="Arial" panose="020B0604020202020204" pitchFamily="34" charset="0"/>
                <a:ea typeface="Verdana" panose="020B0604030504040204" pitchFamily="34" charset="0"/>
              </a:rPr>
              <a:t>adjustment</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is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done</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only</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if</a:t>
            </a:r>
            <a:r>
              <a:rPr lang="it-IT" dirty="0">
                <a:latin typeface="Arial" panose="020B0604020202020204" pitchFamily="34" charset="0"/>
                <a:ea typeface="Verdana" panose="020B0604030504040204" pitchFamily="34" charset="0"/>
              </a:rPr>
              <a:t> the buffer </a:t>
            </a:r>
            <a:r>
              <a:rPr lang="it-IT" dirty="0" err="1">
                <a:latin typeface="Arial" panose="020B0604020202020204" pitchFamily="34" charset="0"/>
                <a:ea typeface="Verdana" panose="020B0604030504040204" pitchFamily="34" charset="0"/>
              </a:rPr>
              <a:t>length</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is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below</a:t>
            </a:r>
            <a:r>
              <a:rPr lang="it-IT" dirty="0">
                <a:latin typeface="Arial" panose="020B0604020202020204" pitchFamily="34" charset="0"/>
                <a:ea typeface="Verdana" panose="020B0604030504040204" pitchFamily="34" charset="0"/>
              </a:rPr>
              <a:t> a </a:t>
            </a:r>
            <a:r>
              <a:rPr lang="it-IT" dirty="0" err="1">
                <a:latin typeface="Arial" panose="020B0604020202020204" pitchFamily="34" charset="0"/>
                <a:ea typeface="Verdana" panose="020B0604030504040204" pitchFamily="34" charset="0"/>
              </a:rPr>
              <a:t>given</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threshold</a:t>
            </a:r>
            <a:r>
              <a:rPr lang="it-IT" dirty="0">
                <a:latin typeface="Arial" panose="020B0604020202020204" pitchFamily="34" charset="0"/>
                <a:ea typeface="Verdana" panose="020B0604030504040204" pitchFamily="34" charset="0"/>
              </a:rPr>
              <a:t> (</a:t>
            </a:r>
            <a:r>
              <a:rPr lang="it-IT" dirty="0" err="1">
                <a:solidFill>
                  <a:srgbClr val="00B050"/>
                </a:solidFill>
                <a:latin typeface="Arial" panose="020B0604020202020204" pitchFamily="34" charset="0"/>
                <a:ea typeface="Verdana" panose="020B0604030504040204" pitchFamily="34" charset="0"/>
              </a:rPr>
              <a:t>lower_threshold</a:t>
            </a:r>
            <a:r>
              <a:rPr lang="it-IT" dirty="0">
                <a:latin typeface="Arial" panose="020B0604020202020204" pitchFamily="34" charset="0"/>
                <a:ea typeface="Verdana" panose="020B0604030504040204" pitchFamily="34" charset="0"/>
              </a:rPr>
              <a:t>) or </a:t>
            </a:r>
            <a:r>
              <a:rPr lang="it-IT" dirty="0" err="1">
                <a:latin typeface="Arial" panose="020B0604020202020204" pitchFamily="34" charset="0"/>
                <a:ea typeface="Verdana" panose="020B0604030504040204" pitchFamily="34" charset="0"/>
              </a:rPr>
              <a:t>above</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another</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given</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threshold</a:t>
            </a:r>
            <a:r>
              <a:rPr lang="it-IT" dirty="0">
                <a:latin typeface="Arial" panose="020B0604020202020204" pitchFamily="34" charset="0"/>
                <a:ea typeface="Verdana" panose="020B0604030504040204" pitchFamily="34" charset="0"/>
              </a:rPr>
              <a:t> (</a:t>
            </a:r>
            <a:r>
              <a:rPr lang="it-IT" i="1" dirty="0" err="1">
                <a:solidFill>
                  <a:srgbClr val="00B050"/>
                </a:solidFill>
                <a:latin typeface="Arial" panose="020B0604020202020204" pitchFamily="34" charset="0"/>
                <a:ea typeface="Verdana" panose="020B0604030504040204" pitchFamily="34" charset="0"/>
              </a:rPr>
              <a:t>upper_threshold</a:t>
            </a:r>
            <a:r>
              <a:rPr lang="it-IT" dirty="0">
                <a:latin typeface="Arial" panose="020B0604020202020204" pitchFamily="34" charset="0"/>
                <a:ea typeface="Verdana" panose="020B0604030504040204" pitchFamily="34" charset="0"/>
              </a:rPr>
              <a:t>).</a:t>
            </a:r>
          </a:p>
          <a:p>
            <a:pPr lvl="1" indent="0">
              <a:buNone/>
            </a:pPr>
            <a:endParaRPr lang="it-IT" dirty="0">
              <a:latin typeface="Arial" panose="020B0604020202020204" pitchFamily="34" charset="0"/>
              <a:ea typeface="Verdana" panose="020B0604030504040204" pitchFamily="34" charset="0"/>
            </a:endParaRPr>
          </a:p>
          <a:p>
            <a:pPr marL="457200" indent="-457200">
              <a:buFont typeface="Arial" panose="020B0604020202020204" pitchFamily="34" charset="0"/>
              <a:buChar char="•"/>
            </a:pPr>
            <a:endParaRPr lang="it-IT" dirty="0">
              <a:latin typeface="Arial" panose="020B0604020202020204" pitchFamily="34" charset="0"/>
              <a:ea typeface="Verdana" panose="020B0604030504040204" pitchFamily="34" charset="0"/>
            </a:endParaRPr>
          </a:p>
          <a:p>
            <a:pPr marL="1143000" lvl="1" indent="-457200"/>
            <a:endParaRPr lang="it-IT" dirty="0">
              <a:latin typeface="Arial" panose="020B0604020202020204" pitchFamily="34" charset="0"/>
              <a:ea typeface="Verdana" panose="020B0604030504040204" pitchFamily="34" charset="0"/>
            </a:endParaRPr>
          </a:p>
        </p:txBody>
      </p:sp>
      <p:sp>
        <p:nvSpPr>
          <p:cNvPr id="7" name="Titolo 1">
            <a:extLst>
              <a:ext uri="{FF2B5EF4-FFF2-40B4-BE49-F238E27FC236}">
                <a16:creationId xmlns:a16="http://schemas.microsoft.com/office/drawing/2014/main" id="{96BC8EDC-B4B2-2255-403E-2CBE6433EAC6}"/>
              </a:ext>
            </a:extLst>
          </p:cNvPr>
          <p:cNvSpPr>
            <a:spLocks noGrp="1"/>
          </p:cNvSpPr>
          <p:nvPr>
            <p:ph type="title"/>
          </p:nvPr>
        </p:nvSpPr>
        <p:spPr>
          <a:xfrm>
            <a:off x="2886692" y="340220"/>
            <a:ext cx="9305308" cy="471341"/>
          </a:xfrm>
        </p:spPr>
        <p:txBody>
          <a:bodyPr>
            <a:normAutofit fontScale="90000"/>
          </a:bodyPr>
          <a:lstStyle/>
          <a:p>
            <a:r>
              <a:rPr lang="en-US" dirty="0">
                <a:solidFill>
                  <a:schemeClr val="bg1"/>
                </a:solidFill>
              </a:rPr>
              <a:t>Production rate adjustment</a:t>
            </a:r>
          </a:p>
        </p:txBody>
      </p:sp>
    </p:spTree>
    <p:extLst>
      <p:ext uri="{BB962C8B-B14F-4D97-AF65-F5344CB8AC3E}">
        <p14:creationId xmlns:p14="http://schemas.microsoft.com/office/powerpoint/2010/main" val="3229812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8FF5A-9DAE-0E37-5023-5618E9735420}"/>
            </a:ext>
          </a:extLst>
        </p:cNvPr>
        <p:cNvGrpSpPr/>
        <p:nvPr/>
      </p:nvGrpSpPr>
      <p:grpSpPr>
        <a:xfrm>
          <a:off x="0" y="0"/>
          <a:ext cx="0" cy="0"/>
          <a:chOff x="0" y="0"/>
          <a:chExt cx="0" cy="0"/>
        </a:xfrm>
      </p:grpSpPr>
      <p:pic>
        <p:nvPicPr>
          <p:cNvPr id="3" name="Segnaposto contenuto 2">
            <a:extLst>
              <a:ext uri="{FF2B5EF4-FFF2-40B4-BE49-F238E27FC236}">
                <a16:creationId xmlns:a16="http://schemas.microsoft.com/office/drawing/2014/main" id="{A17892D2-D836-0B2C-6406-F6752E5398CD}"/>
              </a:ext>
            </a:extLst>
          </p:cNvPr>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545042" y="1772281"/>
            <a:ext cx="5852172" cy="4389129"/>
          </a:xfrm>
          <a:prstGeom prst="rect">
            <a:avLst/>
          </a:prstGeom>
        </p:spPr>
      </p:pic>
      <p:sp>
        <p:nvSpPr>
          <p:cNvPr id="7" name="Titolo 1">
            <a:extLst>
              <a:ext uri="{FF2B5EF4-FFF2-40B4-BE49-F238E27FC236}">
                <a16:creationId xmlns:a16="http://schemas.microsoft.com/office/drawing/2014/main" id="{C2344C03-52BD-1B48-6624-6897A54AD943}"/>
              </a:ext>
            </a:extLst>
          </p:cNvPr>
          <p:cNvSpPr>
            <a:spLocks noGrp="1"/>
          </p:cNvSpPr>
          <p:nvPr>
            <p:ph type="title"/>
          </p:nvPr>
        </p:nvSpPr>
        <p:spPr>
          <a:xfrm>
            <a:off x="2886692" y="340220"/>
            <a:ext cx="9305308" cy="471341"/>
          </a:xfrm>
        </p:spPr>
        <p:txBody>
          <a:bodyPr>
            <a:normAutofit fontScale="90000"/>
          </a:bodyPr>
          <a:lstStyle/>
          <a:p>
            <a:r>
              <a:rPr lang="en-US" dirty="0">
                <a:solidFill>
                  <a:schemeClr val="bg1"/>
                </a:solidFill>
              </a:rPr>
              <a:t>Multiplicative mode </a:t>
            </a:r>
            <a:r>
              <a:rPr lang="en-US" dirty="0" err="1">
                <a:solidFill>
                  <a:schemeClr val="bg1"/>
                </a:solidFill>
              </a:rPr>
              <a:t>behaviours</a:t>
            </a:r>
            <a:endParaRPr lang="en-US" dirty="0">
              <a:solidFill>
                <a:schemeClr val="bg1"/>
              </a:solidFill>
            </a:endParaRPr>
          </a:p>
        </p:txBody>
      </p:sp>
      <p:pic>
        <p:nvPicPr>
          <p:cNvPr id="5" name="Immagine 4">
            <a:extLst>
              <a:ext uri="{FF2B5EF4-FFF2-40B4-BE49-F238E27FC236}">
                <a16:creationId xmlns:a16="http://schemas.microsoft.com/office/drawing/2014/main" id="{589AD582-2111-AA79-C3F4-B5E1CDD6DC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2320" y="1190003"/>
            <a:ext cx="3702459" cy="2776844"/>
          </a:xfrm>
          <a:prstGeom prst="rect">
            <a:avLst/>
          </a:prstGeom>
        </p:spPr>
      </p:pic>
      <p:pic>
        <p:nvPicPr>
          <p:cNvPr id="9" name="Immagine 8">
            <a:extLst>
              <a:ext uri="{FF2B5EF4-FFF2-40B4-BE49-F238E27FC236}">
                <a16:creationId xmlns:a16="http://schemas.microsoft.com/office/drawing/2014/main" id="{2DF76456-1221-7905-3BC2-09149A720C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32320" y="3966846"/>
            <a:ext cx="3702458" cy="2776844"/>
          </a:xfrm>
          <a:prstGeom prst="rect">
            <a:avLst/>
          </a:prstGeom>
        </p:spPr>
      </p:pic>
    </p:spTree>
    <p:extLst>
      <p:ext uri="{BB962C8B-B14F-4D97-AF65-F5344CB8AC3E}">
        <p14:creationId xmlns:p14="http://schemas.microsoft.com/office/powerpoint/2010/main" val="2813176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A8FC6-00F9-B513-C6F0-0A54ED092759}"/>
            </a:ext>
          </a:extLst>
        </p:cNvPr>
        <p:cNvGrpSpPr/>
        <p:nvPr/>
      </p:nvGrpSpPr>
      <p:grpSpPr>
        <a:xfrm>
          <a:off x="0" y="0"/>
          <a:ext cx="0" cy="0"/>
          <a:chOff x="0" y="0"/>
          <a:chExt cx="0" cy="0"/>
        </a:xfrm>
      </p:grpSpPr>
      <p:pic>
        <p:nvPicPr>
          <p:cNvPr id="3" name="Segnaposto contenuto 2">
            <a:extLst>
              <a:ext uri="{FF2B5EF4-FFF2-40B4-BE49-F238E27FC236}">
                <a16:creationId xmlns:a16="http://schemas.microsoft.com/office/drawing/2014/main" id="{7D1A5EEF-897D-745B-21C6-6D4A5E05BEE7}"/>
              </a:ext>
            </a:extLst>
          </p:cNvPr>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43828" y="1783980"/>
            <a:ext cx="5852172" cy="4389129"/>
          </a:xfrm>
          <a:prstGeom prst="rect">
            <a:avLst/>
          </a:prstGeom>
        </p:spPr>
      </p:pic>
      <p:sp>
        <p:nvSpPr>
          <p:cNvPr id="7" name="Titolo 1">
            <a:extLst>
              <a:ext uri="{FF2B5EF4-FFF2-40B4-BE49-F238E27FC236}">
                <a16:creationId xmlns:a16="http://schemas.microsoft.com/office/drawing/2014/main" id="{D48966AC-7BDA-E122-AA7B-654645A3634B}"/>
              </a:ext>
            </a:extLst>
          </p:cNvPr>
          <p:cNvSpPr>
            <a:spLocks noGrp="1"/>
          </p:cNvSpPr>
          <p:nvPr>
            <p:ph type="title"/>
          </p:nvPr>
        </p:nvSpPr>
        <p:spPr>
          <a:xfrm>
            <a:off x="2886692" y="340220"/>
            <a:ext cx="9305308" cy="471341"/>
          </a:xfrm>
        </p:spPr>
        <p:txBody>
          <a:bodyPr>
            <a:normAutofit fontScale="90000"/>
          </a:bodyPr>
          <a:lstStyle/>
          <a:p>
            <a:r>
              <a:rPr lang="en-US" dirty="0">
                <a:solidFill>
                  <a:schemeClr val="bg1"/>
                </a:solidFill>
              </a:rPr>
              <a:t>Additive mode </a:t>
            </a:r>
            <a:r>
              <a:rPr lang="en-US" dirty="0" err="1">
                <a:solidFill>
                  <a:schemeClr val="bg1"/>
                </a:solidFill>
              </a:rPr>
              <a:t>behaviours</a:t>
            </a:r>
            <a:endParaRPr lang="en-US" dirty="0">
              <a:solidFill>
                <a:schemeClr val="bg1"/>
              </a:solidFill>
            </a:endParaRPr>
          </a:p>
        </p:txBody>
      </p:sp>
      <p:pic>
        <p:nvPicPr>
          <p:cNvPr id="5" name="Immagine 4">
            <a:extLst>
              <a:ext uri="{FF2B5EF4-FFF2-40B4-BE49-F238E27FC236}">
                <a16:creationId xmlns:a16="http://schemas.microsoft.com/office/drawing/2014/main" id="{AA86C99F-0A69-3656-31F3-14AB260E66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57366" y="1783979"/>
            <a:ext cx="5852172" cy="4389129"/>
          </a:xfrm>
          <a:prstGeom prst="rect">
            <a:avLst/>
          </a:prstGeom>
        </p:spPr>
      </p:pic>
    </p:spTree>
    <p:extLst>
      <p:ext uri="{BB962C8B-B14F-4D97-AF65-F5344CB8AC3E}">
        <p14:creationId xmlns:p14="http://schemas.microsoft.com/office/powerpoint/2010/main" val="1905359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87B87-55EA-B3EF-EE78-107893A52948}"/>
            </a:ext>
          </a:extLst>
        </p:cNvPr>
        <p:cNvGrpSpPr/>
        <p:nvPr/>
      </p:nvGrpSpPr>
      <p:grpSpPr>
        <a:xfrm>
          <a:off x="0" y="0"/>
          <a:ext cx="0" cy="0"/>
          <a:chOff x="0" y="0"/>
          <a:chExt cx="0" cy="0"/>
        </a:xfrm>
      </p:grpSpPr>
      <p:sp>
        <p:nvSpPr>
          <p:cNvPr id="8" name="Segnaposto contenuto 7">
            <a:extLst>
              <a:ext uri="{FF2B5EF4-FFF2-40B4-BE49-F238E27FC236}">
                <a16:creationId xmlns:a16="http://schemas.microsoft.com/office/drawing/2014/main" id="{ACA9E392-6918-FF72-A3BE-2D4D447534B2}"/>
              </a:ext>
            </a:extLst>
          </p:cNvPr>
          <p:cNvSpPr>
            <a:spLocks noGrp="1"/>
          </p:cNvSpPr>
          <p:nvPr>
            <p:ph sz="quarter" idx="10"/>
          </p:nvPr>
        </p:nvSpPr>
        <p:spPr>
          <a:xfrm>
            <a:off x="602901" y="1557495"/>
            <a:ext cx="10733339" cy="4907093"/>
          </a:xfrm>
        </p:spPr>
        <p:txBody>
          <a:bodyPr>
            <a:normAutofit/>
          </a:bodyPr>
          <a:lstStyle/>
          <a:p>
            <a:pPr marL="457200" indent="-457200">
              <a:buFont typeface="Arial" panose="020B0604020202020204" pitchFamily="34" charset="0"/>
              <a:buChar char="•"/>
            </a:pPr>
            <a:r>
              <a:rPr lang="it-IT" dirty="0">
                <a:latin typeface="Arial" panose="020B0604020202020204" pitchFamily="34" charset="0"/>
                <a:ea typeface="Verdana" panose="020B0604030504040204" pitchFamily="34" charset="0"/>
              </a:rPr>
              <a:t>The </a:t>
            </a:r>
            <a:r>
              <a:rPr lang="it-IT" dirty="0" err="1">
                <a:latin typeface="Arial" panose="020B0604020202020204" pitchFamily="34" charset="0"/>
                <a:ea typeface="Verdana" panose="020B0604030504040204" pitchFamily="34" charset="0"/>
              </a:rPr>
              <a:t>program</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manages</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three</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different</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possible</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termination</a:t>
            </a:r>
            <a:r>
              <a:rPr lang="it-IT" dirty="0">
                <a:latin typeface="Arial" panose="020B0604020202020204" pitchFamily="34" charset="0"/>
                <a:ea typeface="Verdana" panose="020B0604030504040204" pitchFamily="34" charset="0"/>
              </a:rPr>
              <a:t> </a:t>
            </a:r>
            <a:r>
              <a:rPr lang="it-IT" dirty="0" err="1">
                <a:latin typeface="Arial" panose="020B0604020202020204" pitchFamily="34" charset="0"/>
                <a:ea typeface="Verdana" panose="020B0604030504040204" pitchFamily="34" charset="0"/>
              </a:rPr>
              <a:t>conditions</a:t>
            </a:r>
            <a:r>
              <a:rPr lang="it-IT" dirty="0">
                <a:latin typeface="Arial" panose="020B0604020202020204" pitchFamily="34" charset="0"/>
                <a:ea typeface="Verdana" panose="020B0604030504040204" pitchFamily="34" charset="0"/>
              </a:rPr>
              <a:t>:</a:t>
            </a:r>
          </a:p>
          <a:p>
            <a:pPr marL="1143000" lvl="1" indent="-457200">
              <a:buFont typeface="Wingdings" panose="05000000000000000000" pitchFamily="2" charset="2"/>
              <a:buChar char="§"/>
            </a:pPr>
            <a:r>
              <a:rPr lang="it-IT" sz="2800" dirty="0">
                <a:latin typeface="Arial" panose="020B0604020202020204" pitchFamily="34" charset="0"/>
                <a:ea typeface="Verdana" panose="020B0604030504040204" pitchFamily="34" charset="0"/>
              </a:rPr>
              <a:t>a maximum </a:t>
            </a:r>
            <a:r>
              <a:rPr lang="it-IT" sz="2800" dirty="0" err="1">
                <a:latin typeface="Arial" panose="020B0604020202020204" pitchFamily="34" charset="0"/>
                <a:ea typeface="Verdana" panose="020B0604030504040204" pitchFamily="34" charset="0"/>
              </a:rPr>
              <a:t>number</a:t>
            </a:r>
            <a:r>
              <a:rPr lang="it-IT" sz="2800" dirty="0">
                <a:latin typeface="Arial" panose="020B0604020202020204" pitchFamily="34" charset="0"/>
                <a:ea typeface="Verdana" panose="020B0604030504040204" pitchFamily="34" charset="0"/>
              </a:rPr>
              <a:t> of item </a:t>
            </a:r>
            <a:r>
              <a:rPr lang="it-IT" sz="2800" dirty="0" err="1">
                <a:latin typeface="Arial" panose="020B0604020202020204" pitchFamily="34" charset="0"/>
                <a:ea typeface="Verdana" panose="020B0604030504040204" pitchFamily="34" charset="0"/>
              </a:rPr>
              <a:t>has</a:t>
            </a:r>
            <a:r>
              <a:rPr lang="it-IT" sz="2800" dirty="0">
                <a:latin typeface="Arial" panose="020B0604020202020204" pitchFamily="34" charset="0"/>
                <a:ea typeface="Verdana" panose="020B0604030504040204" pitchFamily="34" charset="0"/>
              </a:rPr>
              <a:t> </a:t>
            </a:r>
            <a:r>
              <a:rPr lang="it-IT" sz="2800" dirty="0" err="1">
                <a:latin typeface="Arial" panose="020B0604020202020204" pitchFamily="34" charset="0"/>
                <a:ea typeface="Verdana" panose="020B0604030504040204" pitchFamily="34" charset="0"/>
              </a:rPr>
              <a:t>been</a:t>
            </a:r>
            <a:r>
              <a:rPr lang="it-IT" sz="2800" dirty="0">
                <a:latin typeface="Arial" panose="020B0604020202020204" pitchFamily="34" charset="0"/>
                <a:ea typeface="Verdana" panose="020B0604030504040204" pitchFamily="34" charset="0"/>
              </a:rPr>
              <a:t> </a:t>
            </a:r>
            <a:r>
              <a:rPr lang="it-IT" sz="2800" dirty="0" err="1">
                <a:latin typeface="Arial" panose="020B0604020202020204" pitchFamily="34" charset="0"/>
                <a:ea typeface="Verdana" panose="020B0604030504040204" pitchFamily="34" charset="0"/>
              </a:rPr>
              <a:t>produced</a:t>
            </a:r>
            <a:r>
              <a:rPr lang="it-IT" sz="2800" dirty="0">
                <a:latin typeface="Arial" panose="020B0604020202020204" pitchFamily="34" charset="0"/>
                <a:ea typeface="Verdana" panose="020B0604030504040204" pitchFamily="34" charset="0"/>
              </a:rPr>
              <a:t> → the consumer </a:t>
            </a:r>
            <a:r>
              <a:rPr lang="it-IT" sz="2800" dirty="0" err="1">
                <a:latin typeface="Arial" panose="020B0604020202020204" pitchFamily="34" charset="0"/>
                <a:ea typeface="Verdana" panose="020B0604030504040204" pitchFamily="34" charset="0"/>
              </a:rPr>
              <a:t>consumes</a:t>
            </a:r>
            <a:r>
              <a:rPr lang="it-IT" sz="2800" dirty="0">
                <a:latin typeface="Arial" panose="020B0604020202020204" pitchFamily="34" charset="0"/>
                <a:ea typeface="Verdana" panose="020B0604030504040204" pitchFamily="34" charset="0"/>
              </a:rPr>
              <a:t> </a:t>
            </a:r>
            <a:r>
              <a:rPr lang="it-IT" sz="2800" dirty="0" err="1">
                <a:latin typeface="Arial" panose="020B0604020202020204" pitchFamily="34" charset="0"/>
                <a:ea typeface="Verdana" panose="020B0604030504040204" pitchFamily="34" charset="0"/>
              </a:rPr>
              <a:t>everything</a:t>
            </a:r>
            <a:r>
              <a:rPr lang="it-IT" sz="2800" dirty="0">
                <a:latin typeface="Arial" panose="020B0604020202020204" pitchFamily="34" charset="0"/>
                <a:ea typeface="Verdana" panose="020B0604030504040204" pitchFamily="34" charset="0"/>
              </a:rPr>
              <a:t> in the buffer </a:t>
            </a:r>
            <a:r>
              <a:rPr lang="it-IT" sz="2800" dirty="0" err="1">
                <a:latin typeface="Arial" panose="020B0604020202020204" pitchFamily="34" charset="0"/>
                <a:ea typeface="Verdana" panose="020B0604030504040204" pitchFamily="34" charset="0"/>
              </a:rPr>
              <a:t>before</a:t>
            </a:r>
            <a:r>
              <a:rPr lang="it-IT" sz="2800" dirty="0">
                <a:latin typeface="Arial" panose="020B0604020202020204" pitchFamily="34" charset="0"/>
                <a:ea typeface="Verdana" panose="020B0604030504040204" pitchFamily="34" charset="0"/>
              </a:rPr>
              <a:t> the </a:t>
            </a:r>
            <a:r>
              <a:rPr lang="it-IT" sz="2800" dirty="0" err="1">
                <a:latin typeface="Arial" panose="020B0604020202020204" pitchFamily="34" charset="0"/>
                <a:ea typeface="Verdana" panose="020B0604030504040204" pitchFamily="34" charset="0"/>
              </a:rPr>
              <a:t>program</a:t>
            </a:r>
            <a:r>
              <a:rPr lang="it-IT" sz="2800" dirty="0">
                <a:latin typeface="Arial" panose="020B0604020202020204" pitchFamily="34" charset="0"/>
                <a:ea typeface="Verdana" panose="020B0604030504040204" pitchFamily="34" charset="0"/>
              </a:rPr>
              <a:t> </a:t>
            </a:r>
            <a:r>
              <a:rPr lang="it-IT" sz="2800" dirty="0" err="1">
                <a:latin typeface="Arial" panose="020B0604020202020204" pitchFamily="34" charset="0"/>
                <a:ea typeface="Verdana" panose="020B0604030504040204" pitchFamily="34" charset="0"/>
              </a:rPr>
              <a:t>termination</a:t>
            </a:r>
            <a:r>
              <a:rPr lang="it-IT" sz="2800" dirty="0">
                <a:latin typeface="Arial" panose="020B0604020202020204" pitchFamily="34" charset="0"/>
                <a:ea typeface="Verdana" panose="020B0604030504040204" pitchFamily="34" charset="0"/>
              </a:rPr>
              <a:t>;</a:t>
            </a:r>
          </a:p>
          <a:p>
            <a:pPr marL="1143000" lvl="1" indent="-457200">
              <a:buFont typeface="Wingdings" panose="05000000000000000000" pitchFamily="2" charset="2"/>
              <a:buChar char="§"/>
            </a:pPr>
            <a:r>
              <a:rPr lang="it-IT" sz="2800" dirty="0">
                <a:latin typeface="Arial" panose="020B0604020202020204" pitchFamily="34" charset="0"/>
                <a:ea typeface="Verdana" panose="020B0604030504040204" pitchFamily="34" charset="0"/>
              </a:rPr>
              <a:t>CTRL+C </a:t>
            </a:r>
            <a:r>
              <a:rPr lang="it-IT" sz="2800" dirty="0" err="1">
                <a:latin typeface="Arial" panose="020B0604020202020204" pitchFamily="34" charset="0"/>
                <a:ea typeface="Verdana" panose="020B0604030504040204" pitchFamily="34" charset="0"/>
              </a:rPr>
              <a:t>pressed</a:t>
            </a:r>
            <a:r>
              <a:rPr lang="it-IT" sz="2800" dirty="0">
                <a:latin typeface="Arial" panose="020B0604020202020204" pitchFamily="34" charset="0"/>
                <a:ea typeface="Verdana" panose="020B0604030504040204" pitchFamily="34" charset="0"/>
              </a:rPr>
              <a:t> (</a:t>
            </a:r>
            <a:r>
              <a:rPr lang="it-IT" sz="2800" dirty="0" err="1">
                <a:latin typeface="Arial" panose="020B0604020202020204" pitchFamily="34" charset="0"/>
                <a:ea typeface="Verdana" panose="020B0604030504040204" pitchFamily="34" charset="0"/>
              </a:rPr>
              <a:t>graceful</a:t>
            </a:r>
            <a:r>
              <a:rPr lang="it-IT" sz="2800" dirty="0">
                <a:latin typeface="Arial" panose="020B0604020202020204" pitchFamily="34" charset="0"/>
                <a:ea typeface="Verdana" panose="020B0604030504040204" pitchFamily="34" charset="0"/>
              </a:rPr>
              <a:t> shutdown) → the consumer </a:t>
            </a:r>
            <a:r>
              <a:rPr lang="it-IT" sz="2800" dirty="0" err="1">
                <a:latin typeface="Arial" panose="020B0604020202020204" pitchFamily="34" charset="0"/>
                <a:ea typeface="Verdana" panose="020B0604030504040204" pitchFamily="34" charset="0"/>
              </a:rPr>
              <a:t>does</a:t>
            </a:r>
            <a:r>
              <a:rPr lang="it-IT" sz="2800" dirty="0">
                <a:latin typeface="Arial" panose="020B0604020202020204" pitchFamily="34" charset="0"/>
                <a:ea typeface="Verdana" panose="020B0604030504040204" pitchFamily="34" charset="0"/>
              </a:rPr>
              <a:t> </a:t>
            </a:r>
            <a:r>
              <a:rPr lang="it-IT" sz="2800" dirty="0" err="1">
                <a:latin typeface="Arial" panose="020B0604020202020204" pitchFamily="34" charset="0"/>
                <a:ea typeface="Verdana" panose="020B0604030504040204" pitchFamily="34" charset="0"/>
              </a:rPr>
              <a:t>not</a:t>
            </a:r>
            <a:r>
              <a:rPr lang="it-IT" sz="2800" dirty="0">
                <a:latin typeface="Arial" panose="020B0604020202020204" pitchFamily="34" charset="0"/>
                <a:ea typeface="Verdana" panose="020B0604030504040204" pitchFamily="34" charset="0"/>
              </a:rPr>
              <a:t> </a:t>
            </a:r>
            <a:r>
              <a:rPr lang="it-IT" sz="2800" dirty="0" err="1">
                <a:latin typeface="Arial" panose="020B0604020202020204" pitchFamily="34" charset="0"/>
                <a:ea typeface="Verdana" panose="020B0604030504040204" pitchFamily="34" charset="0"/>
              </a:rPr>
              <a:t>consume</a:t>
            </a:r>
            <a:r>
              <a:rPr lang="it-IT" sz="2800" dirty="0">
                <a:latin typeface="Arial" panose="020B0604020202020204" pitchFamily="34" charset="0"/>
                <a:ea typeface="Verdana" panose="020B0604030504040204" pitchFamily="34" charset="0"/>
              </a:rPr>
              <a:t> </a:t>
            </a:r>
            <a:r>
              <a:rPr lang="it-IT" sz="2800" dirty="0" err="1">
                <a:latin typeface="Arial" panose="020B0604020202020204" pitchFamily="34" charset="0"/>
                <a:ea typeface="Verdana" panose="020B0604030504040204" pitchFamily="34" charset="0"/>
              </a:rPr>
              <a:t>what</a:t>
            </a:r>
            <a:r>
              <a:rPr lang="it-IT" sz="2800" dirty="0">
                <a:latin typeface="Arial" panose="020B0604020202020204" pitchFamily="34" charset="0"/>
                <a:ea typeface="Verdana" panose="020B0604030504040204" pitchFamily="34" charset="0"/>
              </a:rPr>
              <a:t> </a:t>
            </a:r>
            <a:r>
              <a:rPr lang="it-IT" sz="2800" dirty="0" err="1">
                <a:latin typeface="Arial" panose="020B0604020202020204" pitchFamily="34" charset="0"/>
                <a:ea typeface="Verdana" panose="020B0604030504040204" pitchFamily="34" charset="0"/>
              </a:rPr>
              <a:t>is</a:t>
            </a:r>
            <a:r>
              <a:rPr lang="it-IT" sz="2800" dirty="0">
                <a:latin typeface="Arial" panose="020B0604020202020204" pitchFamily="34" charset="0"/>
                <a:ea typeface="Verdana" panose="020B0604030504040204" pitchFamily="34" charset="0"/>
              </a:rPr>
              <a:t> </a:t>
            </a:r>
            <a:r>
              <a:rPr lang="it-IT" sz="2800" dirty="0" err="1">
                <a:latin typeface="Arial" panose="020B0604020202020204" pitchFamily="34" charset="0"/>
                <a:ea typeface="Verdana" panose="020B0604030504040204" pitchFamily="34" charset="0"/>
              </a:rPr>
              <a:t>still</a:t>
            </a:r>
            <a:r>
              <a:rPr lang="it-IT" sz="2800" dirty="0">
                <a:latin typeface="Arial" panose="020B0604020202020204" pitchFamily="34" charset="0"/>
                <a:ea typeface="Verdana" panose="020B0604030504040204" pitchFamily="34" charset="0"/>
              </a:rPr>
              <a:t> in the buffer </a:t>
            </a:r>
            <a:r>
              <a:rPr lang="it-IT" sz="2800" dirty="0" err="1">
                <a:latin typeface="Arial" panose="020B0604020202020204" pitchFamily="34" charset="0"/>
                <a:ea typeface="Verdana" panose="020B0604030504040204" pitchFamily="34" charset="0"/>
              </a:rPr>
              <a:t>before</a:t>
            </a:r>
            <a:r>
              <a:rPr lang="it-IT" sz="2800" dirty="0">
                <a:latin typeface="Arial" panose="020B0604020202020204" pitchFamily="34" charset="0"/>
                <a:ea typeface="Verdana" panose="020B0604030504040204" pitchFamily="34" charset="0"/>
              </a:rPr>
              <a:t> the </a:t>
            </a:r>
            <a:r>
              <a:rPr lang="it-IT" sz="2800" dirty="0" err="1">
                <a:latin typeface="Arial" panose="020B0604020202020204" pitchFamily="34" charset="0"/>
                <a:ea typeface="Verdana" panose="020B0604030504040204" pitchFamily="34" charset="0"/>
              </a:rPr>
              <a:t>program</a:t>
            </a:r>
            <a:r>
              <a:rPr lang="it-IT" sz="2800" dirty="0">
                <a:latin typeface="Arial" panose="020B0604020202020204" pitchFamily="34" charset="0"/>
                <a:ea typeface="Verdana" panose="020B0604030504040204" pitchFamily="34" charset="0"/>
              </a:rPr>
              <a:t> </a:t>
            </a:r>
            <a:r>
              <a:rPr lang="it-IT" sz="2800" dirty="0" err="1">
                <a:latin typeface="Arial" panose="020B0604020202020204" pitchFamily="34" charset="0"/>
                <a:ea typeface="Verdana" panose="020B0604030504040204" pitchFamily="34" charset="0"/>
              </a:rPr>
              <a:t>termination</a:t>
            </a:r>
            <a:r>
              <a:rPr lang="it-IT" sz="2800" dirty="0">
                <a:latin typeface="Arial" panose="020B0604020202020204" pitchFamily="34" charset="0"/>
                <a:ea typeface="Verdana" panose="020B0604030504040204" pitchFamily="34" charset="0"/>
              </a:rPr>
              <a:t> </a:t>
            </a:r>
            <a:r>
              <a:rPr lang="it-IT" sz="2800" dirty="0" err="1">
                <a:latin typeface="Arial" panose="020B0604020202020204" pitchFamily="34" charset="0"/>
                <a:ea typeface="Verdana" panose="020B0604030504040204" pitchFamily="34" charset="0"/>
              </a:rPr>
              <a:t>but</a:t>
            </a:r>
            <a:r>
              <a:rPr lang="it-IT" sz="2800" dirty="0">
                <a:latin typeface="Arial" panose="020B0604020202020204" pitchFamily="34" charset="0"/>
                <a:ea typeface="Verdana" panose="020B0604030504040204" pitchFamily="34" charset="0"/>
              </a:rPr>
              <a:t> </a:t>
            </a:r>
            <a:r>
              <a:rPr lang="it-IT" sz="2800" dirty="0" err="1">
                <a:latin typeface="Arial" panose="020B0604020202020204" pitchFamily="34" charset="0"/>
                <a:ea typeface="Verdana" panose="020B0604030504040204" pitchFamily="34" charset="0"/>
              </a:rPr>
              <a:t>all</a:t>
            </a:r>
            <a:r>
              <a:rPr lang="it-IT" sz="2800" dirty="0">
                <a:latin typeface="Arial" panose="020B0604020202020204" pitchFamily="34" charset="0"/>
                <a:ea typeface="Verdana" panose="020B0604030504040204" pitchFamily="34" charset="0"/>
              </a:rPr>
              <a:t> the </a:t>
            </a:r>
            <a:r>
              <a:rPr lang="it-IT" sz="2800" dirty="0" err="1">
                <a:latin typeface="Arial" panose="020B0604020202020204" pitchFamily="34" charset="0"/>
                <a:ea typeface="Verdana" panose="020B0604030504040204" pitchFamily="34" charset="0"/>
              </a:rPr>
              <a:t>waiting</a:t>
            </a:r>
            <a:r>
              <a:rPr lang="it-IT" sz="2800" dirty="0">
                <a:latin typeface="Arial" panose="020B0604020202020204" pitchFamily="34" charset="0"/>
                <a:ea typeface="Verdana" panose="020B0604030504040204" pitchFamily="34" charset="0"/>
              </a:rPr>
              <a:t> </a:t>
            </a:r>
            <a:r>
              <a:rPr lang="it-IT" sz="2800" dirty="0" err="1">
                <a:latin typeface="Arial" panose="020B0604020202020204" pitchFamily="34" charset="0"/>
                <a:ea typeface="Verdana" panose="020B0604030504040204" pitchFamily="34" charset="0"/>
              </a:rPr>
              <a:t>threads</a:t>
            </a:r>
            <a:r>
              <a:rPr lang="it-IT" sz="2800" dirty="0">
                <a:latin typeface="Arial" panose="020B0604020202020204" pitchFamily="34" charset="0"/>
                <a:ea typeface="Verdana" panose="020B0604030504040204" pitchFamily="34" charset="0"/>
              </a:rPr>
              <a:t> are </a:t>
            </a:r>
            <a:r>
              <a:rPr lang="it-IT" sz="2800" dirty="0" err="1">
                <a:latin typeface="Arial" panose="020B0604020202020204" pitchFamily="34" charset="0"/>
                <a:ea typeface="Verdana" panose="020B0604030504040204" pitchFamily="34" charset="0"/>
              </a:rPr>
              <a:t>awaken</a:t>
            </a:r>
            <a:r>
              <a:rPr lang="it-IT" sz="2800" dirty="0">
                <a:latin typeface="Arial" panose="020B0604020202020204" pitchFamily="34" charset="0"/>
                <a:ea typeface="Verdana" panose="020B0604030504040204" pitchFamily="34" charset="0"/>
              </a:rPr>
              <a:t> and can terminate;</a:t>
            </a:r>
          </a:p>
          <a:p>
            <a:pPr marL="1143000" lvl="1" indent="-457200">
              <a:buFont typeface="Wingdings" panose="05000000000000000000" pitchFamily="2" charset="2"/>
              <a:buChar char="§"/>
            </a:pPr>
            <a:r>
              <a:rPr lang="it-IT" sz="2800" dirty="0">
                <a:latin typeface="Arial" panose="020B0604020202020204" pitchFamily="34" charset="0"/>
                <a:ea typeface="Verdana" panose="020B0604030504040204" pitchFamily="34" charset="0"/>
              </a:rPr>
              <a:t>CTRL+C </a:t>
            </a:r>
            <a:r>
              <a:rPr lang="it-IT" sz="2800" dirty="0" err="1">
                <a:latin typeface="Arial" panose="020B0604020202020204" pitchFamily="34" charset="0"/>
                <a:ea typeface="Verdana" panose="020B0604030504040204" pitchFamily="34" charset="0"/>
              </a:rPr>
              <a:t>pressed</a:t>
            </a:r>
            <a:r>
              <a:rPr lang="it-IT" sz="2800" dirty="0">
                <a:latin typeface="Arial" panose="020B0604020202020204" pitchFamily="34" charset="0"/>
                <a:ea typeface="Verdana" panose="020B0604030504040204" pitchFamily="34" charset="0"/>
              </a:rPr>
              <a:t> more </a:t>
            </a:r>
            <a:r>
              <a:rPr lang="it-IT" sz="2800" dirty="0" err="1">
                <a:latin typeface="Arial" panose="020B0604020202020204" pitchFamily="34" charset="0"/>
                <a:ea typeface="Verdana" panose="020B0604030504040204" pitchFamily="34" charset="0"/>
              </a:rPr>
              <a:t>than</a:t>
            </a:r>
            <a:r>
              <a:rPr lang="it-IT" sz="2800" dirty="0">
                <a:latin typeface="Arial" panose="020B0604020202020204" pitchFamily="34" charset="0"/>
                <a:ea typeface="Verdana" panose="020B0604030504040204" pitchFamily="34" charset="0"/>
              </a:rPr>
              <a:t> one time (</a:t>
            </a:r>
            <a:r>
              <a:rPr lang="it-IT" sz="2800" dirty="0" err="1">
                <a:latin typeface="Arial" panose="020B0604020202020204" pitchFamily="34" charset="0"/>
                <a:ea typeface="Verdana" panose="020B0604030504040204" pitchFamily="34" charset="0"/>
              </a:rPr>
              <a:t>forced</a:t>
            </a:r>
            <a:r>
              <a:rPr lang="it-IT" sz="2800" dirty="0">
                <a:latin typeface="Arial" panose="020B0604020202020204" pitchFamily="34" charset="0"/>
                <a:ea typeface="Verdana" panose="020B0604030504040204" pitchFamily="34" charset="0"/>
              </a:rPr>
              <a:t> shutdown) → the </a:t>
            </a:r>
            <a:r>
              <a:rPr lang="it-IT" sz="2800" dirty="0" err="1">
                <a:latin typeface="Arial" panose="020B0604020202020204" pitchFamily="34" charset="0"/>
                <a:ea typeface="Verdana" panose="020B0604030504040204" pitchFamily="34" charset="0"/>
              </a:rPr>
              <a:t>program</a:t>
            </a:r>
            <a:r>
              <a:rPr lang="it-IT" sz="2800" dirty="0">
                <a:latin typeface="Arial" panose="020B0604020202020204" pitchFamily="34" charset="0"/>
                <a:ea typeface="Verdana" panose="020B0604030504040204" pitchFamily="34" charset="0"/>
              </a:rPr>
              <a:t> just exits with an </a:t>
            </a:r>
            <a:r>
              <a:rPr lang="it-IT" sz="2800" dirty="0" err="1">
                <a:latin typeface="Arial" panose="020B0604020202020204" pitchFamily="34" charset="0"/>
                <a:ea typeface="Verdana" panose="020B0604030504040204" pitchFamily="34" charset="0"/>
              </a:rPr>
              <a:t>error</a:t>
            </a:r>
            <a:r>
              <a:rPr lang="it-IT" sz="2800" dirty="0">
                <a:latin typeface="Arial" panose="020B0604020202020204" pitchFamily="34" charset="0"/>
                <a:ea typeface="Verdana" panose="020B0604030504040204" pitchFamily="34" charset="0"/>
              </a:rPr>
              <a:t>.</a:t>
            </a:r>
          </a:p>
          <a:p>
            <a:pPr marL="1143000" lvl="1" indent="-457200"/>
            <a:endParaRPr lang="it-IT" sz="2800" dirty="0">
              <a:latin typeface="Arial" panose="020B0604020202020204" pitchFamily="34" charset="0"/>
              <a:ea typeface="Verdana" panose="020B0604030504040204" pitchFamily="34" charset="0"/>
            </a:endParaRPr>
          </a:p>
        </p:txBody>
      </p:sp>
      <p:sp>
        <p:nvSpPr>
          <p:cNvPr id="7" name="Titolo 1">
            <a:extLst>
              <a:ext uri="{FF2B5EF4-FFF2-40B4-BE49-F238E27FC236}">
                <a16:creationId xmlns:a16="http://schemas.microsoft.com/office/drawing/2014/main" id="{305913C3-35D2-AECE-18A4-659C49C57F3E}"/>
              </a:ext>
            </a:extLst>
          </p:cNvPr>
          <p:cNvSpPr>
            <a:spLocks noGrp="1"/>
          </p:cNvSpPr>
          <p:nvPr>
            <p:ph type="title"/>
          </p:nvPr>
        </p:nvSpPr>
        <p:spPr>
          <a:xfrm>
            <a:off x="2886692" y="340220"/>
            <a:ext cx="9305308" cy="471341"/>
          </a:xfrm>
        </p:spPr>
        <p:txBody>
          <a:bodyPr>
            <a:normAutofit fontScale="90000"/>
          </a:bodyPr>
          <a:lstStyle/>
          <a:p>
            <a:r>
              <a:rPr lang="en-US" dirty="0">
                <a:solidFill>
                  <a:schemeClr val="bg1"/>
                </a:solidFill>
              </a:rPr>
              <a:t>Termination</a:t>
            </a:r>
          </a:p>
        </p:txBody>
      </p:sp>
    </p:spTree>
    <p:extLst>
      <p:ext uri="{BB962C8B-B14F-4D97-AF65-F5344CB8AC3E}">
        <p14:creationId xmlns:p14="http://schemas.microsoft.com/office/powerpoint/2010/main" val="1673224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p:cNvSpPr txBox="1">
            <a:spLocks/>
          </p:cNvSpPr>
          <p:nvPr/>
        </p:nvSpPr>
        <p:spPr>
          <a:xfrm>
            <a:off x="0" y="1"/>
            <a:ext cx="12192000" cy="226863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it-IT" sz="7200" dirty="0"/>
          </a:p>
          <a:p>
            <a:pPr algn="ctr"/>
            <a:r>
              <a:rPr lang="it-IT" sz="4000" dirty="0">
                <a:solidFill>
                  <a:schemeClr val="bg1"/>
                </a:solidFill>
              </a:rPr>
              <a:t>Thanks for </a:t>
            </a:r>
            <a:r>
              <a:rPr lang="it-IT" sz="4000" dirty="0" err="1">
                <a:solidFill>
                  <a:schemeClr val="bg1"/>
                </a:solidFill>
              </a:rPr>
              <a:t>your</a:t>
            </a:r>
            <a:r>
              <a:rPr lang="it-IT" sz="4000" dirty="0">
                <a:solidFill>
                  <a:schemeClr val="bg1"/>
                </a:solidFill>
              </a:rPr>
              <a:t> </a:t>
            </a:r>
            <a:r>
              <a:rPr lang="it-IT" sz="4000" dirty="0" err="1">
                <a:solidFill>
                  <a:schemeClr val="bg1"/>
                </a:solidFill>
              </a:rPr>
              <a:t>attention</a:t>
            </a:r>
            <a:r>
              <a:rPr lang="it-IT" sz="4000" dirty="0">
                <a:solidFill>
                  <a:schemeClr val="bg1"/>
                </a:solidFill>
              </a:rPr>
              <a:t>!</a:t>
            </a:r>
            <a:endParaRPr lang="en-US" sz="4000" dirty="0">
              <a:solidFill>
                <a:schemeClr val="bg1"/>
              </a:solidFill>
            </a:endParaRPr>
          </a:p>
        </p:txBody>
      </p:sp>
    </p:spTree>
    <p:extLst>
      <p:ext uri="{BB962C8B-B14F-4D97-AF65-F5344CB8AC3E}">
        <p14:creationId xmlns:p14="http://schemas.microsoft.com/office/powerpoint/2010/main" val="1282669651"/>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1466</TotalTime>
  <Words>2073</Words>
  <Application>Microsoft Office PowerPoint</Application>
  <PresentationFormat>Widescreen</PresentationFormat>
  <Paragraphs>125</Paragraphs>
  <Slides>12</Slides>
  <Notes>12</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12</vt:i4>
      </vt:variant>
    </vt:vector>
  </HeadingPairs>
  <TitlesOfParts>
    <vt:vector size="17" baseType="lpstr">
      <vt:lpstr>Arial</vt:lpstr>
      <vt:lpstr>Calibri</vt:lpstr>
      <vt:lpstr>Courier New</vt:lpstr>
      <vt:lpstr>Wingdings</vt:lpstr>
      <vt:lpstr>Tema di Office</vt:lpstr>
      <vt:lpstr> </vt:lpstr>
      <vt:lpstr>Producer-Consumer</vt:lpstr>
      <vt:lpstr>Shared memory → race condition problem</vt:lpstr>
      <vt:lpstr>Mutual exclusion – first mutex</vt:lpstr>
      <vt:lpstr>Notification mechanism</vt:lpstr>
      <vt:lpstr>Rate controller</vt:lpstr>
      <vt:lpstr>Mutual exclusion - second mutex</vt:lpstr>
      <vt:lpstr>Production rate adjustment</vt:lpstr>
      <vt:lpstr>Multiplicative mode behaviours</vt:lpstr>
      <vt:lpstr>Additive mode behaviours</vt:lpstr>
      <vt:lpstr>Termination</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Bocchi Giuliano</dc:creator>
  <cp:lastModifiedBy>Giulia Gibellato</cp:lastModifiedBy>
  <cp:revision>104</cp:revision>
  <dcterms:created xsi:type="dcterms:W3CDTF">2022-07-26T10:43:33Z</dcterms:created>
  <dcterms:modified xsi:type="dcterms:W3CDTF">2026-06-22T19:46:39Z</dcterms:modified>
</cp:coreProperties>
</file>